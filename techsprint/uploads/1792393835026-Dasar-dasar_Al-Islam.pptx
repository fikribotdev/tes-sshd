
<file path=[Content_Types].xml><?xml version="1.0" encoding="utf-8"?>
<Types xmlns="http://schemas.openxmlformats.org/package/2006/content-types">
  <Default Extension="gif" ContentType="image/gi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handoutMasterIdLst>
    <p:handoutMasterId r:id="rId14"/>
  </p:handoutMasterIdLst>
  <p:sldIdLst>
    <p:sldId id="256" r:id="rId2"/>
    <p:sldId id="259" r:id="rId3"/>
    <p:sldId id="258" r:id="rId4"/>
    <p:sldId id="257" r:id="rId5"/>
    <p:sldId id="260" r:id="rId6"/>
    <p:sldId id="261" r:id="rId7"/>
    <p:sldId id="262" r:id="rId8"/>
    <p:sldId id="263" r:id="rId9"/>
    <p:sldId id="264" r:id="rId10"/>
    <p:sldId id="265" r:id="rId11"/>
    <p:sldId id="266" r:id="rId12"/>
    <p:sldId id="267" r:id="rId13"/>
  </p:sldIdLst>
  <p:sldSz cx="9144000" cy="6858000" type="screen4x3"/>
  <p:notesSz cx="9144000" cy="6858000"/>
  <p:defaultTex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789" autoAdjust="0"/>
    <p:restoredTop sz="94624" autoAdjust="0"/>
  </p:normalViewPr>
  <p:slideViewPr>
    <p:cSldViewPr>
      <p:cViewPr varScale="1">
        <p:scale>
          <a:sx n="70" d="100"/>
          <a:sy n="70" d="100"/>
        </p:scale>
        <p:origin x="1172"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ep Kusno Suseno Alfarisi" userId="2066903c7cb331ed" providerId="LiveId" clId="{4C250B7D-E817-4D9F-ACC8-7DE0567FAA57}"/>
    <pc:docChg chg="modSld">
      <pc:chgData name="Asep Kusno Suseno Alfarisi" userId="2066903c7cb331ed" providerId="LiveId" clId="{4C250B7D-E817-4D9F-ACC8-7DE0567FAA57}" dt="2025-10-10T12:27:24.678" v="0" actId="1076"/>
      <pc:docMkLst>
        <pc:docMk/>
      </pc:docMkLst>
      <pc:sldChg chg="modSp mod">
        <pc:chgData name="Asep Kusno Suseno Alfarisi" userId="2066903c7cb331ed" providerId="LiveId" clId="{4C250B7D-E817-4D9F-ACC8-7DE0567FAA57}" dt="2025-10-10T12:27:24.678" v="0" actId="1076"/>
        <pc:sldMkLst>
          <pc:docMk/>
          <pc:sldMk cId="0" sldId="256"/>
        </pc:sldMkLst>
        <pc:spChg chg="mod">
          <ac:chgData name="Asep Kusno Suseno Alfarisi" userId="2066903c7cb331ed" providerId="LiveId" clId="{4C250B7D-E817-4D9F-ACC8-7DE0567FAA57}" dt="2025-10-10T12:27:24.678" v="0" actId="1076"/>
          <ac:spMkLst>
            <pc:docMk/>
            <pc:sldMk cId="0" sldId="256"/>
            <ac:spMk id="3" creationId="{00000000-0000-0000-0000-00000000000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88793C3-D744-423A-8CA1-4543048CA4A1}" type="doc">
      <dgm:prSet loTypeId="urn:microsoft.com/office/officeart/2005/8/layout/cycle8" loCatId="cycle" qsTypeId="urn:microsoft.com/office/officeart/2005/8/quickstyle/simple1" qsCatId="simple" csTypeId="urn:microsoft.com/office/officeart/2005/8/colors/accent1_2" csCatId="accent1" phldr="1"/>
      <dgm:spPr>
        <a:scene3d>
          <a:camera prst="orthographicFront">
            <a:rot lat="0" lon="0" rev="0"/>
          </a:camera>
          <a:lightRig rig="balanced" dir="t">
            <a:rot lat="0" lon="0" rev="8700000"/>
          </a:lightRig>
        </a:scene3d>
      </dgm:spPr>
    </dgm:pt>
    <dgm:pt modelId="{70063E4D-EDEB-4769-AF67-B532184CEC37}">
      <dgm:prSet phldrT="[Text]"/>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r>
            <a:rPr lang="id-ID" b="1" dirty="0">
              <a:solidFill>
                <a:srgbClr val="002060"/>
              </a:solidFill>
            </a:rPr>
            <a:t>Syari’ah</a:t>
          </a:r>
        </a:p>
      </dgm:t>
    </dgm:pt>
    <dgm:pt modelId="{B914F75A-D351-41B4-BF76-B2E770798BCC}" type="parTrans" cxnId="{37B24E09-72F7-4882-A250-9CB5423E9207}">
      <dgm:prSet/>
      <dgm:spPr/>
      <dgm:t>
        <a:bodyPr/>
        <a:lstStyle/>
        <a:p>
          <a:endParaRPr lang="id-ID"/>
        </a:p>
      </dgm:t>
    </dgm:pt>
    <dgm:pt modelId="{B8C74B9F-E857-4ACD-AD7E-34D6AD5CCE2F}" type="sibTrans" cxnId="{37B24E09-72F7-4882-A250-9CB5423E9207}">
      <dgm:prSet/>
      <dgm:spPr/>
      <dgm:t>
        <a:bodyPr/>
        <a:lstStyle/>
        <a:p>
          <a:endParaRPr lang="id-ID"/>
        </a:p>
      </dgm:t>
    </dgm:pt>
    <dgm:pt modelId="{1DA95C5E-2603-4B82-A4CD-F8BA7C1D488F}">
      <dgm:prSet phldrT="[Text]"/>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r>
            <a:rPr lang="id-ID" b="1" dirty="0">
              <a:solidFill>
                <a:srgbClr val="002060"/>
              </a:solidFill>
            </a:rPr>
            <a:t>Akhlak</a:t>
          </a:r>
        </a:p>
      </dgm:t>
    </dgm:pt>
    <dgm:pt modelId="{851A34B8-2E15-4026-AE04-EE1B1310E48C}" type="parTrans" cxnId="{C29413B8-17DF-438F-BB52-36231DF75935}">
      <dgm:prSet/>
      <dgm:spPr/>
      <dgm:t>
        <a:bodyPr/>
        <a:lstStyle/>
        <a:p>
          <a:endParaRPr lang="id-ID"/>
        </a:p>
      </dgm:t>
    </dgm:pt>
    <dgm:pt modelId="{019D8135-AED3-480B-9BCA-0498D27518BD}" type="sibTrans" cxnId="{C29413B8-17DF-438F-BB52-36231DF75935}">
      <dgm:prSet/>
      <dgm:spPr/>
      <dgm:t>
        <a:bodyPr/>
        <a:lstStyle/>
        <a:p>
          <a:endParaRPr lang="id-ID"/>
        </a:p>
      </dgm:t>
    </dgm:pt>
    <dgm:pt modelId="{6F362A91-0C64-40FA-B9CF-269B04460422}">
      <dgm:prSet phldrT="[Text]"/>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r>
            <a:rPr lang="id-ID" b="1" dirty="0">
              <a:solidFill>
                <a:srgbClr val="002060"/>
              </a:solidFill>
            </a:rPr>
            <a:t>Aqidah</a:t>
          </a:r>
        </a:p>
      </dgm:t>
    </dgm:pt>
    <dgm:pt modelId="{FCEEDC24-09B1-48FF-BEA9-D6DCA49D9D4C}" type="parTrans" cxnId="{CC49952B-7DA8-4430-972F-113C42A351AE}">
      <dgm:prSet/>
      <dgm:spPr/>
      <dgm:t>
        <a:bodyPr/>
        <a:lstStyle/>
        <a:p>
          <a:endParaRPr lang="id-ID"/>
        </a:p>
      </dgm:t>
    </dgm:pt>
    <dgm:pt modelId="{EE047499-18F6-471E-A2D9-2CC6B185B569}" type="sibTrans" cxnId="{CC49952B-7DA8-4430-972F-113C42A351AE}">
      <dgm:prSet/>
      <dgm:spPr/>
      <dgm:t>
        <a:bodyPr/>
        <a:lstStyle/>
        <a:p>
          <a:endParaRPr lang="id-ID"/>
        </a:p>
      </dgm:t>
    </dgm:pt>
    <dgm:pt modelId="{AEE219A8-C3BA-46B6-95F5-9779D0CA558B}" type="pres">
      <dgm:prSet presAssocID="{988793C3-D744-423A-8CA1-4543048CA4A1}" presName="compositeShape" presStyleCnt="0">
        <dgm:presLayoutVars>
          <dgm:chMax val="7"/>
          <dgm:dir/>
          <dgm:resizeHandles val="exact"/>
        </dgm:presLayoutVars>
      </dgm:prSet>
      <dgm:spPr/>
    </dgm:pt>
    <dgm:pt modelId="{253CD100-1428-4203-94D2-A04A06616FE3}" type="pres">
      <dgm:prSet presAssocID="{988793C3-D744-423A-8CA1-4543048CA4A1}" presName="wedge1" presStyleLbl="node1" presStyleIdx="0" presStyleCnt="3"/>
      <dgm:spPr/>
    </dgm:pt>
    <dgm:pt modelId="{09C45BD1-1A88-4812-AA5E-E64378DF0A3F}" type="pres">
      <dgm:prSet presAssocID="{988793C3-D744-423A-8CA1-4543048CA4A1}" presName="dummy1a"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94835312-FC85-44CD-AA46-4896FE805591}" type="pres">
      <dgm:prSet presAssocID="{988793C3-D744-423A-8CA1-4543048CA4A1}" presName="dummy1b"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5667A709-6526-436D-BB1A-C9FC10AA8976}" type="pres">
      <dgm:prSet presAssocID="{988793C3-D744-423A-8CA1-4543048CA4A1}" presName="wedge1Tx" presStyleLbl="node1" presStyleIdx="0" presStyleCnt="3">
        <dgm:presLayoutVars>
          <dgm:chMax val="0"/>
          <dgm:chPref val="0"/>
          <dgm:bulletEnabled val="1"/>
        </dgm:presLayoutVars>
      </dgm:prSet>
      <dgm:spPr/>
    </dgm:pt>
    <dgm:pt modelId="{658898C0-AB9B-48E0-ADD6-A57CB2257412}" type="pres">
      <dgm:prSet presAssocID="{988793C3-D744-423A-8CA1-4543048CA4A1}" presName="wedge2" presStyleLbl="node1" presStyleIdx="1" presStyleCnt="3"/>
      <dgm:spPr/>
    </dgm:pt>
    <dgm:pt modelId="{A6C9CDD4-D9B9-4C6C-BB6A-6A26B30494B5}" type="pres">
      <dgm:prSet presAssocID="{988793C3-D744-423A-8CA1-4543048CA4A1}" presName="dummy2a"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89D09178-5BFD-4E1A-A704-79E0E9C4F0D9}" type="pres">
      <dgm:prSet presAssocID="{988793C3-D744-423A-8CA1-4543048CA4A1}" presName="dummy2b"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98E1D099-5CF7-4125-9A11-B1C256AC7903}" type="pres">
      <dgm:prSet presAssocID="{988793C3-D744-423A-8CA1-4543048CA4A1}" presName="wedge2Tx" presStyleLbl="node1" presStyleIdx="1" presStyleCnt="3">
        <dgm:presLayoutVars>
          <dgm:chMax val="0"/>
          <dgm:chPref val="0"/>
          <dgm:bulletEnabled val="1"/>
        </dgm:presLayoutVars>
      </dgm:prSet>
      <dgm:spPr/>
    </dgm:pt>
    <dgm:pt modelId="{9BEAAA26-B1C4-439F-A0B9-7FF315341927}" type="pres">
      <dgm:prSet presAssocID="{988793C3-D744-423A-8CA1-4543048CA4A1}" presName="wedge3" presStyleLbl="node1" presStyleIdx="2" presStyleCnt="3"/>
      <dgm:spPr/>
    </dgm:pt>
    <dgm:pt modelId="{C1590994-D594-49E9-9921-71809F15C5C4}" type="pres">
      <dgm:prSet presAssocID="{988793C3-D744-423A-8CA1-4543048CA4A1}" presName="dummy3a"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CA995D6E-C740-4382-86FC-CF5388F1C65B}" type="pres">
      <dgm:prSet presAssocID="{988793C3-D744-423A-8CA1-4543048CA4A1}" presName="dummy3b"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E8B92289-E162-48AD-AD4E-52F3E7C51953}" type="pres">
      <dgm:prSet presAssocID="{988793C3-D744-423A-8CA1-4543048CA4A1}" presName="wedge3Tx" presStyleLbl="node1" presStyleIdx="2" presStyleCnt="3">
        <dgm:presLayoutVars>
          <dgm:chMax val="0"/>
          <dgm:chPref val="0"/>
          <dgm:bulletEnabled val="1"/>
        </dgm:presLayoutVars>
      </dgm:prSet>
      <dgm:spPr/>
    </dgm:pt>
    <dgm:pt modelId="{B173026D-1A8A-4EA7-AAE2-BF61B821AE11}" type="pres">
      <dgm:prSet presAssocID="{B8C74B9F-E857-4ACD-AD7E-34D6AD5CCE2F}" presName="arrowWedge1" presStyleLbl="fgSibTrans2D1" presStyleIdx="0" presStyleCnt="3"/>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0B958EB4-386F-4E9A-A063-F9F37E834D87}" type="pres">
      <dgm:prSet presAssocID="{019D8135-AED3-480B-9BCA-0498D27518BD}" presName="arrowWedge2" presStyleLbl="fgSibTrans2D1" presStyleIdx="1" presStyleCnt="3"/>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F2A853D6-3AEA-4568-AAD6-370B55D82CB5}" type="pres">
      <dgm:prSet presAssocID="{EE047499-18F6-471E-A2D9-2CC6B185B569}" presName="arrowWedge3" presStyleLbl="fgSibTrans2D1" presStyleIdx="2" presStyleCnt="3"/>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Lst>
  <dgm:cxnLst>
    <dgm:cxn modelId="{268AC501-80D8-43A3-904A-093687D8317E}" type="presOf" srcId="{6F362A91-0C64-40FA-B9CF-269B04460422}" destId="{9BEAAA26-B1C4-439F-A0B9-7FF315341927}" srcOrd="0" destOrd="0" presId="urn:microsoft.com/office/officeart/2005/8/layout/cycle8"/>
    <dgm:cxn modelId="{37B24E09-72F7-4882-A250-9CB5423E9207}" srcId="{988793C3-D744-423A-8CA1-4543048CA4A1}" destId="{70063E4D-EDEB-4769-AF67-B532184CEC37}" srcOrd="0" destOrd="0" parTransId="{B914F75A-D351-41B4-BF76-B2E770798BCC}" sibTransId="{B8C74B9F-E857-4ACD-AD7E-34D6AD5CCE2F}"/>
    <dgm:cxn modelId="{CC49952B-7DA8-4430-972F-113C42A351AE}" srcId="{988793C3-D744-423A-8CA1-4543048CA4A1}" destId="{6F362A91-0C64-40FA-B9CF-269B04460422}" srcOrd="2" destOrd="0" parTransId="{FCEEDC24-09B1-48FF-BEA9-D6DCA49D9D4C}" sibTransId="{EE047499-18F6-471E-A2D9-2CC6B185B569}"/>
    <dgm:cxn modelId="{9AAA503A-B1B9-4B10-8304-5AE7A951FC5A}" type="presOf" srcId="{988793C3-D744-423A-8CA1-4543048CA4A1}" destId="{AEE219A8-C3BA-46B6-95F5-9779D0CA558B}" srcOrd="0" destOrd="0" presId="urn:microsoft.com/office/officeart/2005/8/layout/cycle8"/>
    <dgm:cxn modelId="{C9EE1B63-5080-4AEA-8EE9-7CD7696D994F}" type="presOf" srcId="{6F362A91-0C64-40FA-B9CF-269B04460422}" destId="{E8B92289-E162-48AD-AD4E-52F3E7C51953}" srcOrd="1" destOrd="0" presId="urn:microsoft.com/office/officeart/2005/8/layout/cycle8"/>
    <dgm:cxn modelId="{C003E443-011E-4E49-9193-7981C53A311B}" type="presOf" srcId="{70063E4D-EDEB-4769-AF67-B532184CEC37}" destId="{5667A709-6526-436D-BB1A-C9FC10AA8976}" srcOrd="1" destOrd="0" presId="urn:microsoft.com/office/officeart/2005/8/layout/cycle8"/>
    <dgm:cxn modelId="{C37FC153-858A-4EB8-B22E-E12BE67BD7FE}" type="presOf" srcId="{70063E4D-EDEB-4769-AF67-B532184CEC37}" destId="{253CD100-1428-4203-94D2-A04A06616FE3}" srcOrd="0" destOrd="0" presId="urn:microsoft.com/office/officeart/2005/8/layout/cycle8"/>
    <dgm:cxn modelId="{01908590-72A9-4EC1-A264-D0468B768452}" type="presOf" srcId="{1DA95C5E-2603-4B82-A4CD-F8BA7C1D488F}" destId="{98E1D099-5CF7-4125-9A11-B1C256AC7903}" srcOrd="1" destOrd="0" presId="urn:microsoft.com/office/officeart/2005/8/layout/cycle8"/>
    <dgm:cxn modelId="{C94788AD-468B-457B-9A65-3E74A627A14C}" type="presOf" srcId="{1DA95C5E-2603-4B82-A4CD-F8BA7C1D488F}" destId="{658898C0-AB9B-48E0-ADD6-A57CB2257412}" srcOrd="0" destOrd="0" presId="urn:microsoft.com/office/officeart/2005/8/layout/cycle8"/>
    <dgm:cxn modelId="{C29413B8-17DF-438F-BB52-36231DF75935}" srcId="{988793C3-D744-423A-8CA1-4543048CA4A1}" destId="{1DA95C5E-2603-4B82-A4CD-F8BA7C1D488F}" srcOrd="1" destOrd="0" parTransId="{851A34B8-2E15-4026-AE04-EE1B1310E48C}" sibTransId="{019D8135-AED3-480B-9BCA-0498D27518BD}"/>
    <dgm:cxn modelId="{C9F34268-8861-4F64-B580-F5560F6291E8}" type="presParOf" srcId="{AEE219A8-C3BA-46B6-95F5-9779D0CA558B}" destId="{253CD100-1428-4203-94D2-A04A06616FE3}" srcOrd="0" destOrd="0" presId="urn:microsoft.com/office/officeart/2005/8/layout/cycle8"/>
    <dgm:cxn modelId="{57ABEA6E-CB59-4ECE-BC45-8F035A2A21C3}" type="presParOf" srcId="{AEE219A8-C3BA-46B6-95F5-9779D0CA558B}" destId="{09C45BD1-1A88-4812-AA5E-E64378DF0A3F}" srcOrd="1" destOrd="0" presId="urn:microsoft.com/office/officeart/2005/8/layout/cycle8"/>
    <dgm:cxn modelId="{8303A474-20DA-4EDE-9F60-6F6CE1D4A14D}" type="presParOf" srcId="{AEE219A8-C3BA-46B6-95F5-9779D0CA558B}" destId="{94835312-FC85-44CD-AA46-4896FE805591}" srcOrd="2" destOrd="0" presId="urn:microsoft.com/office/officeart/2005/8/layout/cycle8"/>
    <dgm:cxn modelId="{CF9CE90C-A4F4-46E6-B691-B1B6B09ED8B5}" type="presParOf" srcId="{AEE219A8-C3BA-46B6-95F5-9779D0CA558B}" destId="{5667A709-6526-436D-BB1A-C9FC10AA8976}" srcOrd="3" destOrd="0" presId="urn:microsoft.com/office/officeart/2005/8/layout/cycle8"/>
    <dgm:cxn modelId="{24E0E39B-CA5B-441C-92DA-573E0FE0F867}" type="presParOf" srcId="{AEE219A8-C3BA-46B6-95F5-9779D0CA558B}" destId="{658898C0-AB9B-48E0-ADD6-A57CB2257412}" srcOrd="4" destOrd="0" presId="urn:microsoft.com/office/officeart/2005/8/layout/cycle8"/>
    <dgm:cxn modelId="{1C64C367-04C2-4BED-A205-3AC4EBAB3A4B}" type="presParOf" srcId="{AEE219A8-C3BA-46B6-95F5-9779D0CA558B}" destId="{A6C9CDD4-D9B9-4C6C-BB6A-6A26B30494B5}" srcOrd="5" destOrd="0" presId="urn:microsoft.com/office/officeart/2005/8/layout/cycle8"/>
    <dgm:cxn modelId="{86CB486F-89FA-47DE-AAB1-E1EEADF7ADB7}" type="presParOf" srcId="{AEE219A8-C3BA-46B6-95F5-9779D0CA558B}" destId="{89D09178-5BFD-4E1A-A704-79E0E9C4F0D9}" srcOrd="6" destOrd="0" presId="urn:microsoft.com/office/officeart/2005/8/layout/cycle8"/>
    <dgm:cxn modelId="{4F2BED0F-6CA7-48EC-B460-B660FA2B1CA1}" type="presParOf" srcId="{AEE219A8-C3BA-46B6-95F5-9779D0CA558B}" destId="{98E1D099-5CF7-4125-9A11-B1C256AC7903}" srcOrd="7" destOrd="0" presId="urn:microsoft.com/office/officeart/2005/8/layout/cycle8"/>
    <dgm:cxn modelId="{5742D24F-7E84-4814-8541-01303698205C}" type="presParOf" srcId="{AEE219A8-C3BA-46B6-95F5-9779D0CA558B}" destId="{9BEAAA26-B1C4-439F-A0B9-7FF315341927}" srcOrd="8" destOrd="0" presId="urn:microsoft.com/office/officeart/2005/8/layout/cycle8"/>
    <dgm:cxn modelId="{C29390CB-8D07-462E-A725-9D5C2FF20974}" type="presParOf" srcId="{AEE219A8-C3BA-46B6-95F5-9779D0CA558B}" destId="{C1590994-D594-49E9-9921-71809F15C5C4}" srcOrd="9" destOrd="0" presId="urn:microsoft.com/office/officeart/2005/8/layout/cycle8"/>
    <dgm:cxn modelId="{1062194F-C211-443E-AD64-CA3D88A502D1}" type="presParOf" srcId="{AEE219A8-C3BA-46B6-95F5-9779D0CA558B}" destId="{CA995D6E-C740-4382-86FC-CF5388F1C65B}" srcOrd="10" destOrd="0" presId="urn:microsoft.com/office/officeart/2005/8/layout/cycle8"/>
    <dgm:cxn modelId="{A997DB65-B68C-4444-80E9-7386140845A5}" type="presParOf" srcId="{AEE219A8-C3BA-46B6-95F5-9779D0CA558B}" destId="{E8B92289-E162-48AD-AD4E-52F3E7C51953}" srcOrd="11" destOrd="0" presId="urn:microsoft.com/office/officeart/2005/8/layout/cycle8"/>
    <dgm:cxn modelId="{20075DF5-645F-4F3F-88FB-1B307699AD3C}" type="presParOf" srcId="{AEE219A8-C3BA-46B6-95F5-9779D0CA558B}" destId="{B173026D-1A8A-4EA7-AAE2-BF61B821AE11}" srcOrd="12" destOrd="0" presId="urn:microsoft.com/office/officeart/2005/8/layout/cycle8"/>
    <dgm:cxn modelId="{574A79CE-5D45-4D87-AD83-3947D5FA87EF}" type="presParOf" srcId="{AEE219A8-C3BA-46B6-95F5-9779D0CA558B}" destId="{0B958EB4-386F-4E9A-A063-F9F37E834D87}" srcOrd="13" destOrd="0" presId="urn:microsoft.com/office/officeart/2005/8/layout/cycle8"/>
    <dgm:cxn modelId="{4C817CC8-35DD-4C69-9FF4-E34A9C2AF99C}" type="presParOf" srcId="{AEE219A8-C3BA-46B6-95F5-9779D0CA558B}" destId="{F2A853D6-3AEA-4568-AAD6-370B55D82CB5}" srcOrd="14" destOrd="0" presId="urn:microsoft.com/office/officeart/2005/8/layout/cycle8"/>
  </dgm:cxnLst>
  <dgm:bg>
    <a:noFill/>
  </dgm:bg>
  <dgm:whole>
    <a:ln>
      <a:noFill/>
    </a:ln>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87C462A-1201-4991-93FD-814FC40D46D4}" type="doc">
      <dgm:prSet loTypeId="urn:microsoft.com/office/officeart/2005/8/layout/target3" loCatId="relationship" qsTypeId="urn:microsoft.com/office/officeart/2005/8/quickstyle/simple1" qsCatId="simple" csTypeId="urn:microsoft.com/office/officeart/2005/8/colors/accent1_2" csCatId="accent1" phldr="1"/>
      <dgm:spPr/>
      <dgm:t>
        <a:bodyPr/>
        <a:lstStyle/>
        <a:p>
          <a:endParaRPr lang="id-ID"/>
        </a:p>
      </dgm:t>
    </dgm:pt>
    <dgm:pt modelId="{07179FBE-A0AF-4033-96F8-95350401E101}">
      <dgm:prSet custT="1">
        <dgm:style>
          <a:lnRef idx="1">
            <a:schemeClr val="accent1"/>
          </a:lnRef>
          <a:fillRef idx="2">
            <a:schemeClr val="accent1"/>
          </a:fillRef>
          <a:effectRef idx="1">
            <a:schemeClr val="accent1"/>
          </a:effectRef>
          <a:fontRef idx="minor">
            <a:schemeClr val="dk1"/>
          </a:fontRef>
        </dgm:style>
      </dgm:prSet>
      <dgm:spPr/>
      <dgm:t>
        <a:bodyPr/>
        <a:lstStyle/>
        <a:p>
          <a:pPr algn="l" rtl="0"/>
          <a:r>
            <a:rPr lang="id-ID" sz="2400" b="1" baseline="0" dirty="0"/>
            <a:t>Aqidah ( bahasa Arab:  </a:t>
          </a:r>
          <a:r>
            <a:rPr lang="ar-EG" sz="2400" b="1" baseline="0" dirty="0"/>
            <a:t>الْعَقِيْدَةُ</a:t>
          </a:r>
          <a:r>
            <a:rPr lang="id-ID" sz="2400" b="1" baseline="0" dirty="0"/>
            <a:t> ) dalam istilah Islam yang berarti Iman. </a:t>
          </a:r>
          <a:br>
            <a:rPr lang="id-ID" sz="2400" b="1" baseline="0" dirty="0"/>
          </a:br>
          <a:endParaRPr lang="id-ID" sz="2400" b="1" baseline="0" dirty="0"/>
        </a:p>
        <a:p>
          <a:pPr algn="l" rtl="0"/>
          <a:r>
            <a:rPr lang="id-ID" sz="2400" b="1" baseline="0" dirty="0"/>
            <a:t>Menurut etimologinya, aqidah dalam bahasa Arab berasal dari kata al-‘aqdu ( </a:t>
          </a:r>
          <a:r>
            <a:rPr lang="ar-EG" sz="2400" b="1" baseline="0" dirty="0"/>
            <a:t>الْعَقْدُ</a:t>
          </a:r>
          <a:r>
            <a:rPr lang="id-ID" sz="2400" b="1" baseline="0" dirty="0"/>
            <a:t> ) yang berarti ikatan, at-tautsiiqu ( </a:t>
          </a:r>
          <a:r>
            <a:rPr lang="ar-EG" sz="2400" b="1" baseline="0" dirty="0"/>
            <a:t>التَّوْثِيْقُ</a:t>
          </a:r>
          <a:r>
            <a:rPr lang="id-ID" sz="2400" b="1" baseline="0" dirty="0"/>
            <a:t> ) yang berarti kepercayaan atau keyakinan yang kuat, al-ihkaamu    ( </a:t>
          </a:r>
          <a:r>
            <a:rPr lang="ar-EG" sz="2400" b="1" baseline="0" dirty="0"/>
            <a:t>الاحْكَامُ</a:t>
          </a:r>
          <a:r>
            <a:rPr lang="id-ID" sz="2400" b="1" baseline="0" dirty="0"/>
            <a:t> ) yang artinya mengokohkan (menetapkan), dan ar-rabthu biquwwah ( </a:t>
          </a:r>
          <a:r>
            <a:rPr lang="ar-EG" sz="2400" b="1" baseline="0" dirty="0"/>
            <a:t>الرَّبْطُ بِقُوَّةِ </a:t>
          </a:r>
          <a:r>
            <a:rPr lang="en-US" sz="2400" b="1" baseline="0" dirty="0"/>
            <a:t> </a:t>
          </a:r>
          <a:r>
            <a:rPr lang="id-ID" sz="2400" b="1" baseline="0" dirty="0"/>
            <a:t>) yang berarti mengikat dengan kuat.</a:t>
          </a:r>
          <a:br>
            <a:rPr lang="id-ID" sz="2400" b="1" baseline="0" dirty="0"/>
          </a:br>
          <a:endParaRPr lang="id-ID" sz="2400" b="1" baseline="0" dirty="0"/>
        </a:p>
        <a:p>
          <a:pPr algn="l" rtl="0"/>
          <a:r>
            <a:rPr lang="id-ID" sz="2400" b="1" baseline="0" dirty="0"/>
            <a:t>Secara terminologi, aqidah adalah iman yang teguh dan pasti.</a:t>
          </a:r>
        </a:p>
      </dgm:t>
    </dgm:pt>
    <dgm:pt modelId="{B9C2CC5B-8BB5-451F-ADDD-8732D5DAA0C6}" type="parTrans" cxnId="{FD9C6E29-403F-4BD3-ABBE-FF7EDB7FE5B1}">
      <dgm:prSet/>
      <dgm:spPr/>
      <dgm:t>
        <a:bodyPr/>
        <a:lstStyle/>
        <a:p>
          <a:endParaRPr lang="id-ID"/>
        </a:p>
      </dgm:t>
    </dgm:pt>
    <dgm:pt modelId="{720B8EB2-7788-45CA-A35C-E2759C8C3130}" type="sibTrans" cxnId="{FD9C6E29-403F-4BD3-ABBE-FF7EDB7FE5B1}">
      <dgm:prSet/>
      <dgm:spPr/>
      <dgm:t>
        <a:bodyPr/>
        <a:lstStyle/>
        <a:p>
          <a:endParaRPr lang="id-ID"/>
        </a:p>
      </dgm:t>
    </dgm:pt>
    <dgm:pt modelId="{997376DA-EB3D-47AD-B445-E1A607F6B6F1}" type="pres">
      <dgm:prSet presAssocID="{487C462A-1201-4991-93FD-814FC40D46D4}" presName="Name0" presStyleCnt="0">
        <dgm:presLayoutVars>
          <dgm:chMax val="7"/>
          <dgm:dir/>
          <dgm:animLvl val="lvl"/>
          <dgm:resizeHandles val="exact"/>
        </dgm:presLayoutVars>
      </dgm:prSet>
      <dgm:spPr/>
    </dgm:pt>
    <dgm:pt modelId="{229B8308-C92A-4C03-A844-1801EB78843B}" type="pres">
      <dgm:prSet presAssocID="{07179FBE-A0AF-4033-96F8-95350401E101}" presName="circle1" presStyleLbl="node1" presStyleIdx="0" presStyleCnt="1" custScaleX="97807" custScaleY="106846" custLinFactNeighborY="1107"/>
      <dgm:spPr>
        <a:solidFill>
          <a:schemeClr val="tx1"/>
        </a:solidFill>
        <a:ln>
          <a:solidFill>
            <a:schemeClr val="accent1">
              <a:lumMod val="40000"/>
              <a:lumOff val="60000"/>
            </a:schemeClr>
          </a:solidFill>
        </a:ln>
      </dgm:spPr>
    </dgm:pt>
    <dgm:pt modelId="{BFFE2B0C-9A09-4E3C-A0B3-50AF4D3AA314}" type="pres">
      <dgm:prSet presAssocID="{07179FBE-A0AF-4033-96F8-95350401E101}" presName="space" presStyleCnt="0"/>
      <dgm:spPr/>
    </dgm:pt>
    <dgm:pt modelId="{14144DC7-D412-4F2F-B2DA-5B76135443A0}" type="pres">
      <dgm:prSet presAssocID="{07179FBE-A0AF-4033-96F8-95350401E101}" presName="rect1" presStyleLbl="alignAcc1" presStyleIdx="0" presStyleCnt="1" custScaleY="106725" custLinFactNeighborY="2149"/>
      <dgm:spPr/>
    </dgm:pt>
    <dgm:pt modelId="{0F67DEAC-667C-48B0-BFE9-EC3018EF110F}" type="pres">
      <dgm:prSet presAssocID="{07179FBE-A0AF-4033-96F8-95350401E101}" presName="rect1ParTxNoCh" presStyleLbl="alignAcc1" presStyleIdx="0" presStyleCnt="1">
        <dgm:presLayoutVars>
          <dgm:chMax val="1"/>
          <dgm:bulletEnabled val="1"/>
        </dgm:presLayoutVars>
      </dgm:prSet>
      <dgm:spPr/>
    </dgm:pt>
  </dgm:ptLst>
  <dgm:cxnLst>
    <dgm:cxn modelId="{24C14022-EA7A-4928-803E-50214ABE1392}" type="presOf" srcId="{487C462A-1201-4991-93FD-814FC40D46D4}" destId="{997376DA-EB3D-47AD-B445-E1A607F6B6F1}" srcOrd="0" destOrd="0" presId="urn:microsoft.com/office/officeart/2005/8/layout/target3"/>
    <dgm:cxn modelId="{FD9C6E29-403F-4BD3-ABBE-FF7EDB7FE5B1}" srcId="{487C462A-1201-4991-93FD-814FC40D46D4}" destId="{07179FBE-A0AF-4033-96F8-95350401E101}" srcOrd="0" destOrd="0" parTransId="{B9C2CC5B-8BB5-451F-ADDD-8732D5DAA0C6}" sibTransId="{720B8EB2-7788-45CA-A35C-E2759C8C3130}"/>
    <dgm:cxn modelId="{8DB7D691-E0BD-48E0-836D-5CBCCA1E0B32}" type="presOf" srcId="{07179FBE-A0AF-4033-96F8-95350401E101}" destId="{14144DC7-D412-4F2F-B2DA-5B76135443A0}" srcOrd="0" destOrd="0" presId="urn:microsoft.com/office/officeart/2005/8/layout/target3"/>
    <dgm:cxn modelId="{77B4A6E0-DD14-4641-872E-D324E8CD4B9B}" type="presOf" srcId="{07179FBE-A0AF-4033-96F8-95350401E101}" destId="{0F67DEAC-667C-48B0-BFE9-EC3018EF110F}" srcOrd="1" destOrd="0" presId="urn:microsoft.com/office/officeart/2005/8/layout/target3"/>
    <dgm:cxn modelId="{D60C7900-57EE-42C6-967C-496005342405}" type="presParOf" srcId="{997376DA-EB3D-47AD-B445-E1A607F6B6F1}" destId="{229B8308-C92A-4C03-A844-1801EB78843B}" srcOrd="0" destOrd="0" presId="urn:microsoft.com/office/officeart/2005/8/layout/target3"/>
    <dgm:cxn modelId="{4EC5568B-CDC7-4DB3-88F7-6EEDEA170FDE}" type="presParOf" srcId="{997376DA-EB3D-47AD-B445-E1A607F6B6F1}" destId="{BFFE2B0C-9A09-4E3C-A0B3-50AF4D3AA314}" srcOrd="1" destOrd="0" presId="urn:microsoft.com/office/officeart/2005/8/layout/target3"/>
    <dgm:cxn modelId="{C3FFA091-1CDB-4D33-BBA6-D74C0ED03AD8}" type="presParOf" srcId="{997376DA-EB3D-47AD-B445-E1A607F6B6F1}" destId="{14144DC7-D412-4F2F-B2DA-5B76135443A0}" srcOrd="2" destOrd="0" presId="urn:microsoft.com/office/officeart/2005/8/layout/target3"/>
    <dgm:cxn modelId="{5A6FB75C-4B06-447B-B2EA-ECDE39A38BFE}" type="presParOf" srcId="{997376DA-EB3D-47AD-B445-E1A607F6B6F1}" destId="{0F67DEAC-667C-48B0-BFE9-EC3018EF110F}"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87C462A-1201-4991-93FD-814FC40D46D4}" type="doc">
      <dgm:prSet loTypeId="urn:microsoft.com/office/officeart/2005/8/layout/target3" loCatId="relationship" qsTypeId="urn:microsoft.com/office/officeart/2005/8/quickstyle/simple1" qsCatId="simple" csTypeId="urn:microsoft.com/office/officeart/2005/8/colors/accent1_2" csCatId="accent1" phldr="1"/>
      <dgm:spPr/>
      <dgm:t>
        <a:bodyPr/>
        <a:lstStyle/>
        <a:p>
          <a:endParaRPr lang="id-ID"/>
        </a:p>
      </dgm:t>
    </dgm:pt>
    <dgm:pt modelId="{07179FBE-A0AF-4033-96F8-95350401E101}">
      <dgm:prSet custT="1">
        <dgm:style>
          <a:lnRef idx="1">
            <a:schemeClr val="accent1"/>
          </a:lnRef>
          <a:fillRef idx="2">
            <a:schemeClr val="accent1"/>
          </a:fillRef>
          <a:effectRef idx="1">
            <a:schemeClr val="accent1"/>
          </a:effectRef>
          <a:fontRef idx="minor">
            <a:schemeClr val="dk1"/>
          </a:fontRef>
        </dgm:style>
      </dgm:prSet>
      <dgm:spPr/>
      <dgm:t>
        <a:bodyPr/>
        <a:lstStyle/>
        <a:p>
          <a:pPr algn="l" rtl="0"/>
          <a:r>
            <a:rPr lang="id-ID" sz="2600" dirty="0"/>
            <a:t>Syari’ah secara etimologi berasal dari kata syar’u. Yang memiliki arti membuat jalan, penjelasan, tempat yang didatangi, dan jalan.</a:t>
          </a:r>
        </a:p>
        <a:p>
          <a:pPr algn="l"/>
          <a:r>
            <a:rPr lang="id-ID" sz="2600" dirty="0"/>
            <a:t>Adapun secara terminologi, syari’ah memiliki makna umum dan khusus. Makna syari’ah secara umum adalah agama yang telah dibuat oleh Allah, mencakup aqidah ( keyakinan ) dan hukum-hukumnya. makna khusus dari syari’ah yaitu peraturan yang dibuat oleh Allah yang berupa hukum-hukum dan larangan-larangan</a:t>
          </a:r>
          <a:endParaRPr lang="id-ID" sz="2600" b="1" baseline="0" dirty="0"/>
        </a:p>
      </dgm:t>
    </dgm:pt>
    <dgm:pt modelId="{B9C2CC5B-8BB5-451F-ADDD-8732D5DAA0C6}" type="parTrans" cxnId="{FD9C6E29-403F-4BD3-ABBE-FF7EDB7FE5B1}">
      <dgm:prSet/>
      <dgm:spPr/>
      <dgm:t>
        <a:bodyPr/>
        <a:lstStyle/>
        <a:p>
          <a:endParaRPr lang="id-ID"/>
        </a:p>
      </dgm:t>
    </dgm:pt>
    <dgm:pt modelId="{720B8EB2-7788-45CA-A35C-E2759C8C3130}" type="sibTrans" cxnId="{FD9C6E29-403F-4BD3-ABBE-FF7EDB7FE5B1}">
      <dgm:prSet/>
      <dgm:spPr/>
      <dgm:t>
        <a:bodyPr/>
        <a:lstStyle/>
        <a:p>
          <a:endParaRPr lang="id-ID"/>
        </a:p>
      </dgm:t>
    </dgm:pt>
    <dgm:pt modelId="{997376DA-EB3D-47AD-B445-E1A607F6B6F1}" type="pres">
      <dgm:prSet presAssocID="{487C462A-1201-4991-93FD-814FC40D46D4}" presName="Name0" presStyleCnt="0">
        <dgm:presLayoutVars>
          <dgm:chMax val="7"/>
          <dgm:dir/>
          <dgm:animLvl val="lvl"/>
          <dgm:resizeHandles val="exact"/>
        </dgm:presLayoutVars>
      </dgm:prSet>
      <dgm:spPr/>
    </dgm:pt>
    <dgm:pt modelId="{229B8308-C92A-4C03-A844-1801EB78843B}" type="pres">
      <dgm:prSet presAssocID="{07179FBE-A0AF-4033-96F8-95350401E101}" presName="circle1" presStyleLbl="node1" presStyleIdx="0" presStyleCnt="1" custScaleX="97807" custScaleY="106846" custLinFactNeighborY="1107"/>
      <dgm:spPr>
        <a:solidFill>
          <a:schemeClr val="accent1">
            <a:lumMod val="40000"/>
            <a:lumOff val="60000"/>
          </a:schemeClr>
        </a:solidFill>
      </dgm:spPr>
    </dgm:pt>
    <dgm:pt modelId="{BFFE2B0C-9A09-4E3C-A0B3-50AF4D3AA314}" type="pres">
      <dgm:prSet presAssocID="{07179FBE-A0AF-4033-96F8-95350401E101}" presName="space" presStyleCnt="0"/>
      <dgm:spPr/>
    </dgm:pt>
    <dgm:pt modelId="{14144DC7-D412-4F2F-B2DA-5B76135443A0}" type="pres">
      <dgm:prSet presAssocID="{07179FBE-A0AF-4033-96F8-95350401E101}" presName="rect1" presStyleLbl="alignAcc1" presStyleIdx="0" presStyleCnt="1" custScaleY="106725" custLinFactNeighborY="2149"/>
      <dgm:spPr/>
    </dgm:pt>
    <dgm:pt modelId="{0F67DEAC-667C-48B0-BFE9-EC3018EF110F}" type="pres">
      <dgm:prSet presAssocID="{07179FBE-A0AF-4033-96F8-95350401E101}" presName="rect1ParTxNoCh" presStyleLbl="alignAcc1" presStyleIdx="0" presStyleCnt="1">
        <dgm:presLayoutVars>
          <dgm:chMax val="1"/>
          <dgm:bulletEnabled val="1"/>
        </dgm:presLayoutVars>
      </dgm:prSet>
      <dgm:spPr/>
    </dgm:pt>
  </dgm:ptLst>
  <dgm:cxnLst>
    <dgm:cxn modelId="{FD9C6E29-403F-4BD3-ABBE-FF7EDB7FE5B1}" srcId="{487C462A-1201-4991-93FD-814FC40D46D4}" destId="{07179FBE-A0AF-4033-96F8-95350401E101}" srcOrd="0" destOrd="0" parTransId="{B9C2CC5B-8BB5-451F-ADDD-8732D5DAA0C6}" sibTransId="{720B8EB2-7788-45CA-A35C-E2759C8C3130}"/>
    <dgm:cxn modelId="{8A5FA351-46B0-41C1-A0B3-D4FFBE06B7CD}" type="presOf" srcId="{487C462A-1201-4991-93FD-814FC40D46D4}" destId="{997376DA-EB3D-47AD-B445-E1A607F6B6F1}" srcOrd="0" destOrd="0" presId="urn:microsoft.com/office/officeart/2005/8/layout/target3"/>
    <dgm:cxn modelId="{FA4A3DCC-D820-48EF-92A6-4B4A92C757A5}" type="presOf" srcId="{07179FBE-A0AF-4033-96F8-95350401E101}" destId="{14144DC7-D412-4F2F-B2DA-5B76135443A0}" srcOrd="0" destOrd="0" presId="urn:microsoft.com/office/officeart/2005/8/layout/target3"/>
    <dgm:cxn modelId="{9A5F4EEB-CCB8-4700-B980-5CAF04F0535C}" type="presOf" srcId="{07179FBE-A0AF-4033-96F8-95350401E101}" destId="{0F67DEAC-667C-48B0-BFE9-EC3018EF110F}" srcOrd="1" destOrd="0" presId="urn:microsoft.com/office/officeart/2005/8/layout/target3"/>
    <dgm:cxn modelId="{8A7EB763-E861-484B-986F-C6AFC767B2A7}" type="presParOf" srcId="{997376DA-EB3D-47AD-B445-E1A607F6B6F1}" destId="{229B8308-C92A-4C03-A844-1801EB78843B}" srcOrd="0" destOrd="0" presId="urn:microsoft.com/office/officeart/2005/8/layout/target3"/>
    <dgm:cxn modelId="{E7A0977E-5576-4FDD-92CF-ADA416FBD514}" type="presParOf" srcId="{997376DA-EB3D-47AD-B445-E1A607F6B6F1}" destId="{BFFE2B0C-9A09-4E3C-A0B3-50AF4D3AA314}" srcOrd="1" destOrd="0" presId="urn:microsoft.com/office/officeart/2005/8/layout/target3"/>
    <dgm:cxn modelId="{9CA41DF7-9998-47C3-9B7C-006E6D2BC1EF}" type="presParOf" srcId="{997376DA-EB3D-47AD-B445-E1A607F6B6F1}" destId="{14144DC7-D412-4F2F-B2DA-5B76135443A0}" srcOrd="2" destOrd="0" presId="urn:microsoft.com/office/officeart/2005/8/layout/target3"/>
    <dgm:cxn modelId="{0FA39CFD-2111-49BC-BEA7-959E436BDFA1}" type="presParOf" srcId="{997376DA-EB3D-47AD-B445-E1A607F6B6F1}" destId="{0F67DEAC-667C-48B0-BFE9-EC3018EF110F}"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87C462A-1201-4991-93FD-814FC40D46D4}" type="doc">
      <dgm:prSet loTypeId="urn:microsoft.com/office/officeart/2005/8/layout/target3" loCatId="relationship" qsTypeId="urn:microsoft.com/office/officeart/2005/8/quickstyle/simple1" qsCatId="simple" csTypeId="urn:microsoft.com/office/officeart/2005/8/colors/accent1_2" csCatId="accent1" phldr="1"/>
      <dgm:spPr/>
      <dgm:t>
        <a:bodyPr/>
        <a:lstStyle/>
        <a:p>
          <a:endParaRPr lang="id-ID"/>
        </a:p>
      </dgm:t>
    </dgm:pt>
    <dgm:pt modelId="{07179FBE-A0AF-4033-96F8-95350401E101}">
      <dgm:prSet custT="1">
        <dgm:style>
          <a:lnRef idx="1">
            <a:schemeClr val="accent1"/>
          </a:lnRef>
          <a:fillRef idx="2">
            <a:schemeClr val="accent1"/>
          </a:fillRef>
          <a:effectRef idx="1">
            <a:schemeClr val="accent1"/>
          </a:effectRef>
          <a:fontRef idx="minor">
            <a:schemeClr val="dk1"/>
          </a:fontRef>
        </dgm:style>
      </dgm:prSet>
      <dgm:spPr/>
      <dgm:t>
        <a:bodyPr/>
        <a:lstStyle/>
        <a:p>
          <a:pPr algn="l" rtl="0"/>
          <a:r>
            <a:rPr lang="id-ID" sz="2600" dirty="0"/>
            <a:t>Pengertian akhlak secara etimologi, berasal dari kata khalaqa yang berarti mencipta, membuat, atau menjadikan. Akhlak adalah kata yang berbentuk mufrad, jamaknya adalah khuluqun, yang berarti perangai, tabiat, adat, atau khalaqun yang berarti kejadian, buatan</a:t>
          </a:r>
        </a:p>
        <a:p>
          <a:pPr algn="l" rtl="0"/>
          <a:r>
            <a:rPr lang="id-ID" sz="2600" dirty="0"/>
            <a:t>Secara terminologi, akhlaq berarti tingkah laku seseorang yang didorong oleh suatu keinginan secara sadar untuk melakukan suatu perbuatan yang baik</a:t>
          </a:r>
          <a:endParaRPr lang="id-ID" sz="2600" b="1" baseline="0" dirty="0"/>
        </a:p>
      </dgm:t>
    </dgm:pt>
    <dgm:pt modelId="{B9C2CC5B-8BB5-451F-ADDD-8732D5DAA0C6}" type="parTrans" cxnId="{FD9C6E29-403F-4BD3-ABBE-FF7EDB7FE5B1}">
      <dgm:prSet/>
      <dgm:spPr/>
      <dgm:t>
        <a:bodyPr/>
        <a:lstStyle/>
        <a:p>
          <a:endParaRPr lang="id-ID"/>
        </a:p>
      </dgm:t>
    </dgm:pt>
    <dgm:pt modelId="{720B8EB2-7788-45CA-A35C-E2759C8C3130}" type="sibTrans" cxnId="{FD9C6E29-403F-4BD3-ABBE-FF7EDB7FE5B1}">
      <dgm:prSet/>
      <dgm:spPr/>
      <dgm:t>
        <a:bodyPr/>
        <a:lstStyle/>
        <a:p>
          <a:endParaRPr lang="id-ID"/>
        </a:p>
      </dgm:t>
    </dgm:pt>
    <dgm:pt modelId="{997376DA-EB3D-47AD-B445-E1A607F6B6F1}" type="pres">
      <dgm:prSet presAssocID="{487C462A-1201-4991-93FD-814FC40D46D4}" presName="Name0" presStyleCnt="0">
        <dgm:presLayoutVars>
          <dgm:chMax val="7"/>
          <dgm:dir/>
          <dgm:animLvl val="lvl"/>
          <dgm:resizeHandles val="exact"/>
        </dgm:presLayoutVars>
      </dgm:prSet>
      <dgm:spPr/>
    </dgm:pt>
    <dgm:pt modelId="{229B8308-C92A-4C03-A844-1801EB78843B}" type="pres">
      <dgm:prSet presAssocID="{07179FBE-A0AF-4033-96F8-95350401E101}" presName="circle1" presStyleLbl="node1" presStyleIdx="0" presStyleCnt="1" custScaleX="97807" custScaleY="106846" custLinFactNeighborY="1107"/>
      <dgm:spPr/>
    </dgm:pt>
    <dgm:pt modelId="{BFFE2B0C-9A09-4E3C-A0B3-50AF4D3AA314}" type="pres">
      <dgm:prSet presAssocID="{07179FBE-A0AF-4033-96F8-95350401E101}" presName="space" presStyleCnt="0"/>
      <dgm:spPr/>
    </dgm:pt>
    <dgm:pt modelId="{14144DC7-D412-4F2F-B2DA-5B76135443A0}" type="pres">
      <dgm:prSet presAssocID="{07179FBE-A0AF-4033-96F8-95350401E101}" presName="rect1" presStyleLbl="alignAcc1" presStyleIdx="0" presStyleCnt="1" custScaleY="106725" custLinFactNeighborY="2149"/>
      <dgm:spPr/>
    </dgm:pt>
    <dgm:pt modelId="{0F67DEAC-667C-48B0-BFE9-EC3018EF110F}" type="pres">
      <dgm:prSet presAssocID="{07179FBE-A0AF-4033-96F8-95350401E101}" presName="rect1ParTxNoCh" presStyleLbl="alignAcc1" presStyleIdx="0" presStyleCnt="1">
        <dgm:presLayoutVars>
          <dgm:chMax val="1"/>
          <dgm:bulletEnabled val="1"/>
        </dgm:presLayoutVars>
      </dgm:prSet>
      <dgm:spPr/>
    </dgm:pt>
  </dgm:ptLst>
  <dgm:cxnLst>
    <dgm:cxn modelId="{D45D4815-A6EA-433C-81FE-F81AB94E5C9C}" type="presOf" srcId="{487C462A-1201-4991-93FD-814FC40D46D4}" destId="{997376DA-EB3D-47AD-B445-E1A607F6B6F1}" srcOrd="0" destOrd="0" presId="urn:microsoft.com/office/officeart/2005/8/layout/target3"/>
    <dgm:cxn modelId="{FD9C6E29-403F-4BD3-ABBE-FF7EDB7FE5B1}" srcId="{487C462A-1201-4991-93FD-814FC40D46D4}" destId="{07179FBE-A0AF-4033-96F8-95350401E101}" srcOrd="0" destOrd="0" parTransId="{B9C2CC5B-8BB5-451F-ADDD-8732D5DAA0C6}" sibTransId="{720B8EB2-7788-45CA-A35C-E2759C8C3130}"/>
    <dgm:cxn modelId="{B3F0E72F-529F-455E-94CB-4E19F5099A23}" type="presOf" srcId="{07179FBE-A0AF-4033-96F8-95350401E101}" destId="{14144DC7-D412-4F2F-B2DA-5B76135443A0}" srcOrd="0" destOrd="0" presId="urn:microsoft.com/office/officeart/2005/8/layout/target3"/>
    <dgm:cxn modelId="{34B357B2-D7C3-42CE-979F-FE2FC5C9E210}" type="presOf" srcId="{07179FBE-A0AF-4033-96F8-95350401E101}" destId="{0F67DEAC-667C-48B0-BFE9-EC3018EF110F}" srcOrd="1" destOrd="0" presId="urn:microsoft.com/office/officeart/2005/8/layout/target3"/>
    <dgm:cxn modelId="{AE5D5EDC-1A55-493E-B8B2-EE21A9087AC6}" type="presParOf" srcId="{997376DA-EB3D-47AD-B445-E1A607F6B6F1}" destId="{229B8308-C92A-4C03-A844-1801EB78843B}" srcOrd="0" destOrd="0" presId="urn:microsoft.com/office/officeart/2005/8/layout/target3"/>
    <dgm:cxn modelId="{01E94CE1-A996-4CB3-A949-13DC6298AA41}" type="presParOf" srcId="{997376DA-EB3D-47AD-B445-E1A607F6B6F1}" destId="{BFFE2B0C-9A09-4E3C-A0B3-50AF4D3AA314}" srcOrd="1" destOrd="0" presId="urn:microsoft.com/office/officeart/2005/8/layout/target3"/>
    <dgm:cxn modelId="{3D17EEA6-C247-4197-AF3B-457BC7AF44AD}" type="presParOf" srcId="{997376DA-EB3D-47AD-B445-E1A607F6B6F1}" destId="{14144DC7-D412-4F2F-B2DA-5B76135443A0}" srcOrd="2" destOrd="0" presId="urn:microsoft.com/office/officeart/2005/8/layout/target3"/>
    <dgm:cxn modelId="{CE3FF85B-7872-4490-AA2E-E705881AA4A7}" type="presParOf" srcId="{997376DA-EB3D-47AD-B445-E1A607F6B6F1}" destId="{0F67DEAC-667C-48B0-BFE9-EC3018EF110F}"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3CD100-1428-4203-94D2-A04A06616FE3}">
      <dsp:nvSpPr>
        <dsp:cNvPr id="0" name=""/>
        <dsp:cNvSpPr/>
      </dsp:nvSpPr>
      <dsp:spPr>
        <a:xfrm>
          <a:off x="1002418" y="155297"/>
          <a:ext cx="2006919" cy="2006919"/>
        </a:xfrm>
        <a:prstGeom prst="pie">
          <a:avLst>
            <a:gd name="adj1" fmla="val 16200000"/>
            <a:gd name="adj2" fmla="val 1800000"/>
          </a:avLst>
        </a:prstGeom>
        <a:solidFill>
          <a:schemeClr val="accent1">
            <a:hueOff val="0"/>
            <a:satOff val="0"/>
            <a:lumOff val="0"/>
            <a:alphaOff val="0"/>
          </a:schemeClr>
        </a:solidFill>
        <a:ln w="19050" cap="flat" cmpd="sng" algn="ctr">
          <a:noFill/>
          <a:prstDash val="solid"/>
        </a:ln>
        <a:effectLst>
          <a:outerShdw blurRad="44450" dist="27940" dir="5400000" algn="ctr" rotWithShape="0">
            <a:srgbClr val="000000">
              <a:alpha val="32000"/>
            </a:srgbClr>
          </a:outerShdw>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id-ID" sz="1300" b="1" kern="1200" dirty="0">
              <a:solidFill>
                <a:srgbClr val="002060"/>
              </a:solidFill>
            </a:rPr>
            <a:t>Syari’ah</a:t>
          </a:r>
        </a:p>
      </dsp:txBody>
      <dsp:txXfrm>
        <a:off x="2060112" y="580573"/>
        <a:ext cx="716757" cy="597297"/>
      </dsp:txXfrm>
    </dsp:sp>
    <dsp:sp modelId="{658898C0-AB9B-48E0-ADD6-A57CB2257412}">
      <dsp:nvSpPr>
        <dsp:cNvPr id="0" name=""/>
        <dsp:cNvSpPr/>
      </dsp:nvSpPr>
      <dsp:spPr>
        <a:xfrm>
          <a:off x="961085" y="226973"/>
          <a:ext cx="2006919" cy="2006919"/>
        </a:xfrm>
        <a:prstGeom prst="pie">
          <a:avLst>
            <a:gd name="adj1" fmla="val 1800000"/>
            <a:gd name="adj2" fmla="val 9000000"/>
          </a:avLst>
        </a:prstGeom>
        <a:solidFill>
          <a:schemeClr val="accent1">
            <a:hueOff val="0"/>
            <a:satOff val="0"/>
            <a:lumOff val="0"/>
            <a:alphaOff val="0"/>
          </a:schemeClr>
        </a:solidFill>
        <a:ln w="19050" cap="flat" cmpd="sng" algn="ctr">
          <a:noFill/>
          <a:prstDash val="solid"/>
        </a:ln>
        <a:effectLst>
          <a:outerShdw blurRad="44450" dist="27940" dir="5400000" algn="ctr" rotWithShape="0">
            <a:srgbClr val="000000">
              <a:alpha val="32000"/>
            </a:srgbClr>
          </a:outerShdw>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id-ID" sz="1300" b="1" kern="1200" dirty="0">
              <a:solidFill>
                <a:srgbClr val="002060"/>
              </a:solidFill>
            </a:rPr>
            <a:t>Akhlak</a:t>
          </a:r>
        </a:p>
      </dsp:txBody>
      <dsp:txXfrm>
        <a:off x="1438923" y="1529081"/>
        <a:ext cx="1075135" cy="525621"/>
      </dsp:txXfrm>
    </dsp:sp>
    <dsp:sp modelId="{9BEAAA26-B1C4-439F-A0B9-7FF315341927}">
      <dsp:nvSpPr>
        <dsp:cNvPr id="0" name=""/>
        <dsp:cNvSpPr/>
      </dsp:nvSpPr>
      <dsp:spPr>
        <a:xfrm>
          <a:off x="919752" y="155297"/>
          <a:ext cx="2006919" cy="2006919"/>
        </a:xfrm>
        <a:prstGeom prst="pie">
          <a:avLst>
            <a:gd name="adj1" fmla="val 9000000"/>
            <a:gd name="adj2" fmla="val 16200000"/>
          </a:avLst>
        </a:prstGeom>
        <a:solidFill>
          <a:schemeClr val="accent1">
            <a:hueOff val="0"/>
            <a:satOff val="0"/>
            <a:lumOff val="0"/>
            <a:alphaOff val="0"/>
          </a:schemeClr>
        </a:solidFill>
        <a:ln w="19050" cap="flat" cmpd="sng" algn="ctr">
          <a:noFill/>
          <a:prstDash val="solid"/>
        </a:ln>
        <a:effectLst>
          <a:outerShdw blurRad="44450" dist="27940" dir="5400000" algn="ctr" rotWithShape="0">
            <a:srgbClr val="000000">
              <a:alpha val="32000"/>
            </a:srgbClr>
          </a:outerShdw>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id-ID" sz="1300" b="1" kern="1200" dirty="0">
              <a:solidFill>
                <a:srgbClr val="002060"/>
              </a:solidFill>
            </a:rPr>
            <a:t>Aqidah</a:t>
          </a:r>
        </a:p>
      </dsp:txBody>
      <dsp:txXfrm>
        <a:off x="1152220" y="580573"/>
        <a:ext cx="716757" cy="597297"/>
      </dsp:txXfrm>
    </dsp:sp>
    <dsp:sp modelId="{B173026D-1A8A-4EA7-AAE2-BF61B821AE11}">
      <dsp:nvSpPr>
        <dsp:cNvPr id="0" name=""/>
        <dsp:cNvSpPr/>
      </dsp:nvSpPr>
      <dsp:spPr>
        <a:xfrm>
          <a:off x="878345" y="31059"/>
          <a:ext cx="2255395" cy="2255395"/>
        </a:xfrm>
        <a:prstGeom prst="circularArrow">
          <a:avLst>
            <a:gd name="adj1" fmla="val 5085"/>
            <a:gd name="adj2" fmla="val 327528"/>
            <a:gd name="adj3" fmla="val 1472472"/>
            <a:gd name="adj4" fmla="val 16199432"/>
            <a:gd name="adj5" fmla="val 5932"/>
          </a:avLst>
        </a:prstGeom>
        <a:solidFill>
          <a:schemeClr val="accent1">
            <a:tint val="60000"/>
            <a:hueOff val="0"/>
            <a:satOff val="0"/>
            <a:lumOff val="0"/>
            <a:alphaOff val="0"/>
          </a:schemeClr>
        </a:solidFill>
        <a:ln>
          <a:noFill/>
        </a:ln>
        <a:effectLst>
          <a:outerShdw blurRad="44450" dist="27940" dir="5400000" algn="ctr" rotWithShape="0">
            <a:srgbClr val="000000">
              <a:alpha val="32000"/>
            </a:srgbClr>
          </a:outerShdw>
        </a:effectLst>
        <a:scene3d>
          <a:camera prst="orthographicFront">
            <a:rot lat="0" lon="0" rev="0"/>
          </a:camera>
          <a:lightRig rig="balanced" dir="t">
            <a:rot lat="0" lon="0" rev="8700000"/>
          </a:lightRig>
        </a:scene3d>
        <a:sp3d>
          <a:bevelT w="190500" h="38100"/>
        </a:sp3d>
      </dsp:spPr>
      <dsp:style>
        <a:lnRef idx="0">
          <a:scrgbClr r="0" g="0" b="0"/>
        </a:lnRef>
        <a:fillRef idx="1">
          <a:scrgbClr r="0" g="0" b="0"/>
        </a:fillRef>
        <a:effectRef idx="0">
          <a:scrgbClr r="0" g="0" b="0"/>
        </a:effectRef>
        <a:fontRef idx="minor">
          <a:schemeClr val="lt1"/>
        </a:fontRef>
      </dsp:style>
    </dsp:sp>
    <dsp:sp modelId="{0B958EB4-386F-4E9A-A063-F9F37E834D87}">
      <dsp:nvSpPr>
        <dsp:cNvPr id="0" name=""/>
        <dsp:cNvSpPr/>
      </dsp:nvSpPr>
      <dsp:spPr>
        <a:xfrm>
          <a:off x="836847" y="102608"/>
          <a:ext cx="2255395" cy="2255395"/>
        </a:xfrm>
        <a:prstGeom prst="circularArrow">
          <a:avLst>
            <a:gd name="adj1" fmla="val 5085"/>
            <a:gd name="adj2" fmla="val 327528"/>
            <a:gd name="adj3" fmla="val 8671970"/>
            <a:gd name="adj4" fmla="val 1800502"/>
            <a:gd name="adj5" fmla="val 5932"/>
          </a:avLst>
        </a:prstGeom>
        <a:solidFill>
          <a:schemeClr val="accent1">
            <a:tint val="60000"/>
            <a:hueOff val="0"/>
            <a:satOff val="0"/>
            <a:lumOff val="0"/>
            <a:alphaOff val="0"/>
          </a:schemeClr>
        </a:solidFill>
        <a:ln>
          <a:noFill/>
        </a:ln>
        <a:effectLst>
          <a:outerShdw blurRad="44450" dist="27940" dir="5400000" algn="ctr" rotWithShape="0">
            <a:srgbClr val="000000">
              <a:alpha val="32000"/>
            </a:srgbClr>
          </a:outerShdw>
        </a:effectLst>
        <a:scene3d>
          <a:camera prst="orthographicFront">
            <a:rot lat="0" lon="0" rev="0"/>
          </a:camera>
          <a:lightRig rig="balanced" dir="t">
            <a:rot lat="0" lon="0" rev="8700000"/>
          </a:lightRig>
        </a:scene3d>
        <a:sp3d>
          <a:bevelT w="190500" h="38100"/>
        </a:sp3d>
      </dsp:spPr>
      <dsp:style>
        <a:lnRef idx="0">
          <a:scrgbClr r="0" g="0" b="0"/>
        </a:lnRef>
        <a:fillRef idx="1">
          <a:scrgbClr r="0" g="0" b="0"/>
        </a:fillRef>
        <a:effectRef idx="0">
          <a:scrgbClr r="0" g="0" b="0"/>
        </a:effectRef>
        <a:fontRef idx="minor">
          <a:schemeClr val="lt1"/>
        </a:fontRef>
      </dsp:style>
    </dsp:sp>
    <dsp:sp modelId="{F2A853D6-3AEA-4568-AAD6-370B55D82CB5}">
      <dsp:nvSpPr>
        <dsp:cNvPr id="0" name=""/>
        <dsp:cNvSpPr/>
      </dsp:nvSpPr>
      <dsp:spPr>
        <a:xfrm>
          <a:off x="795348" y="31059"/>
          <a:ext cx="2255395" cy="2255395"/>
        </a:xfrm>
        <a:prstGeom prst="circularArrow">
          <a:avLst>
            <a:gd name="adj1" fmla="val 5085"/>
            <a:gd name="adj2" fmla="val 327528"/>
            <a:gd name="adj3" fmla="val 15873039"/>
            <a:gd name="adj4" fmla="val 9000000"/>
            <a:gd name="adj5" fmla="val 5932"/>
          </a:avLst>
        </a:prstGeom>
        <a:solidFill>
          <a:schemeClr val="accent1">
            <a:tint val="60000"/>
            <a:hueOff val="0"/>
            <a:satOff val="0"/>
            <a:lumOff val="0"/>
            <a:alphaOff val="0"/>
          </a:schemeClr>
        </a:solidFill>
        <a:ln>
          <a:noFill/>
        </a:ln>
        <a:effectLst>
          <a:outerShdw blurRad="44450" dist="27940" dir="5400000" algn="ctr" rotWithShape="0">
            <a:srgbClr val="000000">
              <a:alpha val="32000"/>
            </a:srgbClr>
          </a:outerShdw>
        </a:effectLst>
        <a:scene3d>
          <a:camera prst="orthographicFront">
            <a:rot lat="0" lon="0" rev="0"/>
          </a:camera>
          <a:lightRig rig="balanced" dir="t">
            <a:rot lat="0" lon="0" rev="8700000"/>
          </a:lightRig>
        </a:scene3d>
        <a:sp3d>
          <a:bevelT w="190500" h="38100"/>
        </a:sp3d>
      </dsp:spPr>
      <dsp:style>
        <a:lnRef idx="0">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9B8308-C92A-4C03-A844-1801EB78843B}">
      <dsp:nvSpPr>
        <dsp:cNvPr id="0" name=""/>
        <dsp:cNvSpPr/>
      </dsp:nvSpPr>
      <dsp:spPr>
        <a:xfrm>
          <a:off x="0" y="25827"/>
          <a:ext cx="4779201" cy="5220879"/>
        </a:xfrm>
        <a:prstGeom prst="pie">
          <a:avLst>
            <a:gd name="adj1" fmla="val 5400000"/>
            <a:gd name="adj2" fmla="val 16200000"/>
          </a:avLst>
        </a:prstGeom>
        <a:solidFill>
          <a:schemeClr val="tx1"/>
        </a:solidFill>
        <a:ln w="19050" cap="flat" cmpd="sng" algn="ctr">
          <a:solidFill>
            <a:schemeClr val="accent1">
              <a:lumMod val="40000"/>
              <a:lumOff val="60000"/>
            </a:schemeClr>
          </a:solidFill>
          <a:prstDash val="solid"/>
        </a:ln>
        <a:effectLst/>
      </dsp:spPr>
      <dsp:style>
        <a:lnRef idx="2">
          <a:scrgbClr r="0" g="0" b="0"/>
        </a:lnRef>
        <a:fillRef idx="1">
          <a:scrgbClr r="0" g="0" b="0"/>
        </a:fillRef>
        <a:effectRef idx="0">
          <a:scrgbClr r="0" g="0" b="0"/>
        </a:effectRef>
        <a:fontRef idx="minor">
          <a:schemeClr val="lt1"/>
        </a:fontRef>
      </dsp:style>
    </dsp:sp>
    <dsp:sp modelId="{14144DC7-D412-4F2F-B2DA-5B76135443A0}">
      <dsp:nvSpPr>
        <dsp:cNvPr id="0" name=""/>
        <dsp:cNvSpPr/>
      </dsp:nvSpPr>
      <dsp:spPr>
        <a:xfrm>
          <a:off x="2443179" y="28271"/>
          <a:ext cx="5700752" cy="5214966"/>
        </a:xfrm>
        <a:prstGeom prst="rect">
          <a:avLst/>
        </a:prstGeom>
        <a:gradFill rotWithShape="1">
          <a:gsLst>
            <a:gs pos="0">
              <a:schemeClr val="accent1">
                <a:tint val="1000"/>
              </a:schemeClr>
            </a:gs>
            <a:gs pos="68000">
              <a:schemeClr val="accent1">
                <a:tint val="77000"/>
              </a:schemeClr>
            </a:gs>
            <a:gs pos="81000">
              <a:schemeClr val="accent1">
                <a:tint val="79000"/>
              </a:schemeClr>
            </a:gs>
            <a:gs pos="86000">
              <a:schemeClr val="accent1">
                <a:tint val="73000"/>
              </a:schemeClr>
            </a:gs>
            <a:gs pos="100000">
              <a:schemeClr val="accent1">
                <a:tint val="35000"/>
              </a:schemeClr>
            </a:gs>
          </a:gsLst>
          <a:lin ang="5400000" scaled="1"/>
        </a:gradFill>
        <a:ln w="9525" cap="flat" cmpd="sng" algn="ctr">
          <a:solidFill>
            <a:schemeClr val="accent1">
              <a:shade val="60000"/>
              <a:satMod val="300000"/>
            </a:schemeClr>
          </a:solidFill>
          <a:prstDash val="solid"/>
        </a:ln>
        <a:effectLst>
          <a:glow rad="63500">
            <a:schemeClr val="accent1">
              <a:tint val="30000"/>
              <a:shade val="95000"/>
              <a:satMod val="300000"/>
              <a:alpha val="50000"/>
            </a:schemeClr>
          </a:glow>
        </a:effectLst>
      </dsp:spPr>
      <dsp:style>
        <a:lnRef idx="1">
          <a:schemeClr val="accent1"/>
        </a:lnRef>
        <a:fillRef idx="2">
          <a:schemeClr val="accent1"/>
        </a:fillRef>
        <a:effectRef idx="1">
          <a:schemeClr val="accent1"/>
        </a:effectRef>
        <a:fontRef idx="minor">
          <a:schemeClr val="dk1"/>
        </a:fontRef>
      </dsp:style>
      <ds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id-ID" sz="2400" b="1" kern="1200" baseline="0" dirty="0"/>
            <a:t>Aqidah ( bahasa Arab:  </a:t>
          </a:r>
          <a:r>
            <a:rPr lang="ar-EG" sz="2400" b="1" kern="1200" baseline="0" dirty="0"/>
            <a:t>الْعَقِيْدَةُ</a:t>
          </a:r>
          <a:r>
            <a:rPr lang="id-ID" sz="2400" b="1" kern="1200" baseline="0" dirty="0"/>
            <a:t> ) dalam istilah Islam yang berarti Iman. </a:t>
          </a:r>
          <a:br>
            <a:rPr lang="id-ID" sz="2400" b="1" kern="1200" baseline="0" dirty="0"/>
          </a:br>
          <a:endParaRPr lang="id-ID" sz="2400" b="1" kern="1200" baseline="0" dirty="0"/>
        </a:p>
        <a:p>
          <a:pPr marL="0" lvl="0" indent="0" algn="l" defTabSz="1066800" rtl="0">
            <a:lnSpc>
              <a:spcPct val="90000"/>
            </a:lnSpc>
            <a:spcBef>
              <a:spcPct val="0"/>
            </a:spcBef>
            <a:spcAft>
              <a:spcPct val="35000"/>
            </a:spcAft>
            <a:buNone/>
          </a:pPr>
          <a:r>
            <a:rPr lang="id-ID" sz="2400" b="1" kern="1200" baseline="0" dirty="0"/>
            <a:t>Menurut etimologinya, aqidah dalam bahasa Arab berasal dari kata al-‘aqdu ( </a:t>
          </a:r>
          <a:r>
            <a:rPr lang="ar-EG" sz="2400" b="1" kern="1200" baseline="0" dirty="0"/>
            <a:t>الْعَقْدُ</a:t>
          </a:r>
          <a:r>
            <a:rPr lang="id-ID" sz="2400" b="1" kern="1200" baseline="0" dirty="0"/>
            <a:t> ) yang berarti ikatan, at-tautsiiqu ( </a:t>
          </a:r>
          <a:r>
            <a:rPr lang="ar-EG" sz="2400" b="1" kern="1200" baseline="0" dirty="0"/>
            <a:t>التَّوْثِيْقُ</a:t>
          </a:r>
          <a:r>
            <a:rPr lang="id-ID" sz="2400" b="1" kern="1200" baseline="0" dirty="0"/>
            <a:t> ) yang berarti kepercayaan atau keyakinan yang kuat, al-ihkaamu    ( </a:t>
          </a:r>
          <a:r>
            <a:rPr lang="ar-EG" sz="2400" b="1" kern="1200" baseline="0" dirty="0"/>
            <a:t>الاحْكَامُ</a:t>
          </a:r>
          <a:r>
            <a:rPr lang="id-ID" sz="2400" b="1" kern="1200" baseline="0" dirty="0"/>
            <a:t> ) yang artinya mengokohkan (menetapkan), dan ar-rabthu biquwwah ( </a:t>
          </a:r>
          <a:r>
            <a:rPr lang="ar-EG" sz="2400" b="1" kern="1200" baseline="0" dirty="0"/>
            <a:t>الرَّبْطُ بِقُوَّةِ </a:t>
          </a:r>
          <a:r>
            <a:rPr lang="en-US" sz="2400" b="1" kern="1200" baseline="0" dirty="0"/>
            <a:t> </a:t>
          </a:r>
          <a:r>
            <a:rPr lang="id-ID" sz="2400" b="1" kern="1200" baseline="0" dirty="0"/>
            <a:t>) yang berarti mengikat dengan kuat.</a:t>
          </a:r>
          <a:br>
            <a:rPr lang="id-ID" sz="2400" b="1" kern="1200" baseline="0" dirty="0"/>
          </a:br>
          <a:endParaRPr lang="id-ID" sz="2400" b="1" kern="1200" baseline="0" dirty="0"/>
        </a:p>
        <a:p>
          <a:pPr marL="0" lvl="0" indent="0" algn="l" defTabSz="1066800" rtl="0">
            <a:lnSpc>
              <a:spcPct val="90000"/>
            </a:lnSpc>
            <a:spcBef>
              <a:spcPct val="0"/>
            </a:spcBef>
            <a:spcAft>
              <a:spcPct val="35000"/>
            </a:spcAft>
            <a:buNone/>
          </a:pPr>
          <a:r>
            <a:rPr lang="id-ID" sz="2400" b="1" kern="1200" baseline="0" dirty="0"/>
            <a:t>Secara terminologi, aqidah adalah iman yang teguh dan pasti.</a:t>
          </a:r>
        </a:p>
      </dsp:txBody>
      <dsp:txXfrm>
        <a:off x="2443179" y="28271"/>
        <a:ext cx="5700752" cy="521496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9B8308-C92A-4C03-A844-1801EB78843B}">
      <dsp:nvSpPr>
        <dsp:cNvPr id="0" name=""/>
        <dsp:cNvSpPr/>
      </dsp:nvSpPr>
      <dsp:spPr>
        <a:xfrm>
          <a:off x="0" y="25827"/>
          <a:ext cx="4779201" cy="5220879"/>
        </a:xfrm>
        <a:prstGeom prst="pie">
          <a:avLst>
            <a:gd name="adj1" fmla="val 5400000"/>
            <a:gd name="adj2" fmla="val 16200000"/>
          </a:avLst>
        </a:prstGeom>
        <a:solidFill>
          <a:schemeClr val="accent1">
            <a:lumMod val="40000"/>
            <a:lumOff val="6000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4144DC7-D412-4F2F-B2DA-5B76135443A0}">
      <dsp:nvSpPr>
        <dsp:cNvPr id="0" name=""/>
        <dsp:cNvSpPr/>
      </dsp:nvSpPr>
      <dsp:spPr>
        <a:xfrm>
          <a:off x="2443179" y="28271"/>
          <a:ext cx="5700752" cy="5214966"/>
        </a:xfrm>
        <a:prstGeom prst="rect">
          <a:avLst/>
        </a:prstGeom>
        <a:gradFill rotWithShape="1">
          <a:gsLst>
            <a:gs pos="0">
              <a:schemeClr val="accent1">
                <a:tint val="1000"/>
              </a:schemeClr>
            </a:gs>
            <a:gs pos="68000">
              <a:schemeClr val="accent1">
                <a:tint val="77000"/>
              </a:schemeClr>
            </a:gs>
            <a:gs pos="81000">
              <a:schemeClr val="accent1">
                <a:tint val="79000"/>
              </a:schemeClr>
            </a:gs>
            <a:gs pos="86000">
              <a:schemeClr val="accent1">
                <a:tint val="73000"/>
              </a:schemeClr>
            </a:gs>
            <a:gs pos="100000">
              <a:schemeClr val="accent1">
                <a:tint val="35000"/>
              </a:schemeClr>
            </a:gs>
          </a:gsLst>
          <a:lin ang="5400000" scaled="1"/>
        </a:gradFill>
        <a:ln w="9525" cap="flat" cmpd="sng" algn="ctr">
          <a:solidFill>
            <a:schemeClr val="accent1">
              <a:shade val="60000"/>
              <a:satMod val="300000"/>
            </a:schemeClr>
          </a:solidFill>
          <a:prstDash val="solid"/>
        </a:ln>
        <a:effectLst>
          <a:glow rad="63500">
            <a:schemeClr val="accent1">
              <a:tint val="30000"/>
              <a:shade val="95000"/>
              <a:satMod val="300000"/>
              <a:alpha val="50000"/>
            </a:schemeClr>
          </a:glow>
        </a:effectLst>
      </dsp:spPr>
      <dsp:style>
        <a:lnRef idx="1">
          <a:schemeClr val="accent1"/>
        </a:lnRef>
        <a:fillRef idx="2">
          <a:schemeClr val="accent1"/>
        </a:fillRef>
        <a:effectRef idx="1">
          <a:schemeClr val="accent1"/>
        </a:effectRef>
        <a:fontRef idx="minor">
          <a:schemeClr val="dk1"/>
        </a:fontRef>
      </dsp:style>
      <dsp:txBody>
        <a:bodyPr spcFirstLastPara="0" vert="horz" wrap="square" lIns="99060" tIns="99060" rIns="99060" bIns="99060" numCol="1" spcCol="1270" anchor="ctr" anchorCtr="0">
          <a:noAutofit/>
        </a:bodyPr>
        <a:lstStyle/>
        <a:p>
          <a:pPr marL="0" lvl="0" indent="0" algn="l" defTabSz="1155700" rtl="0">
            <a:lnSpc>
              <a:spcPct val="90000"/>
            </a:lnSpc>
            <a:spcBef>
              <a:spcPct val="0"/>
            </a:spcBef>
            <a:spcAft>
              <a:spcPct val="35000"/>
            </a:spcAft>
            <a:buNone/>
          </a:pPr>
          <a:r>
            <a:rPr lang="id-ID" sz="2600" kern="1200" dirty="0"/>
            <a:t>Syari’ah secara etimologi berasal dari kata syar’u. Yang memiliki arti membuat jalan, penjelasan, tempat yang didatangi, dan jalan.</a:t>
          </a:r>
        </a:p>
        <a:p>
          <a:pPr marL="0" lvl="0" indent="0" algn="l" defTabSz="1155700">
            <a:lnSpc>
              <a:spcPct val="90000"/>
            </a:lnSpc>
            <a:spcBef>
              <a:spcPct val="0"/>
            </a:spcBef>
            <a:spcAft>
              <a:spcPct val="35000"/>
            </a:spcAft>
            <a:buNone/>
          </a:pPr>
          <a:r>
            <a:rPr lang="id-ID" sz="2600" kern="1200" dirty="0"/>
            <a:t>Adapun secara terminologi, syari’ah memiliki makna umum dan khusus. Makna syari’ah secara umum adalah agama yang telah dibuat oleh Allah, mencakup aqidah ( keyakinan ) dan hukum-hukumnya. makna khusus dari syari’ah yaitu peraturan yang dibuat oleh Allah yang berupa hukum-hukum dan larangan-larangan</a:t>
          </a:r>
          <a:endParaRPr lang="id-ID" sz="2600" b="1" kern="1200" baseline="0" dirty="0"/>
        </a:p>
      </dsp:txBody>
      <dsp:txXfrm>
        <a:off x="2443179" y="28271"/>
        <a:ext cx="5700752" cy="521496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9B8308-C92A-4C03-A844-1801EB78843B}">
      <dsp:nvSpPr>
        <dsp:cNvPr id="0" name=""/>
        <dsp:cNvSpPr/>
      </dsp:nvSpPr>
      <dsp:spPr>
        <a:xfrm>
          <a:off x="26789" y="51139"/>
          <a:ext cx="4779201" cy="5220879"/>
        </a:xfrm>
        <a:prstGeom prst="pie">
          <a:avLst>
            <a:gd name="adj1" fmla="val 5400000"/>
            <a:gd name="adj2" fmla="val 1620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4144DC7-D412-4F2F-B2DA-5B76135443A0}">
      <dsp:nvSpPr>
        <dsp:cNvPr id="0" name=""/>
        <dsp:cNvSpPr/>
      </dsp:nvSpPr>
      <dsp:spPr>
        <a:xfrm>
          <a:off x="2416390" y="7"/>
          <a:ext cx="5700752" cy="5214966"/>
        </a:xfrm>
        <a:prstGeom prst="rect">
          <a:avLst/>
        </a:prstGeom>
        <a:gradFill rotWithShape="1">
          <a:gsLst>
            <a:gs pos="0">
              <a:schemeClr val="accent1">
                <a:tint val="1000"/>
              </a:schemeClr>
            </a:gs>
            <a:gs pos="68000">
              <a:schemeClr val="accent1">
                <a:tint val="77000"/>
              </a:schemeClr>
            </a:gs>
            <a:gs pos="81000">
              <a:schemeClr val="accent1">
                <a:tint val="79000"/>
              </a:schemeClr>
            </a:gs>
            <a:gs pos="86000">
              <a:schemeClr val="accent1">
                <a:tint val="73000"/>
              </a:schemeClr>
            </a:gs>
            <a:gs pos="100000">
              <a:schemeClr val="accent1">
                <a:tint val="35000"/>
              </a:schemeClr>
            </a:gs>
          </a:gsLst>
          <a:lin ang="5400000" scaled="1"/>
        </a:gradFill>
        <a:ln w="9525" cap="flat" cmpd="sng" algn="ctr">
          <a:solidFill>
            <a:schemeClr val="accent1">
              <a:shade val="60000"/>
              <a:satMod val="300000"/>
            </a:schemeClr>
          </a:solidFill>
          <a:prstDash val="solid"/>
        </a:ln>
        <a:effectLst>
          <a:glow rad="63500">
            <a:schemeClr val="accent1">
              <a:tint val="30000"/>
              <a:shade val="95000"/>
              <a:satMod val="300000"/>
              <a:alpha val="50000"/>
            </a:schemeClr>
          </a:glow>
        </a:effectLst>
      </dsp:spPr>
      <dsp:style>
        <a:lnRef idx="1">
          <a:schemeClr val="accent1"/>
        </a:lnRef>
        <a:fillRef idx="2">
          <a:schemeClr val="accent1"/>
        </a:fillRef>
        <a:effectRef idx="1">
          <a:schemeClr val="accent1"/>
        </a:effectRef>
        <a:fontRef idx="minor">
          <a:schemeClr val="dk1"/>
        </a:fontRef>
      </dsp:style>
      <dsp:txBody>
        <a:bodyPr spcFirstLastPara="0" vert="horz" wrap="square" lIns="99060" tIns="99060" rIns="99060" bIns="99060" numCol="1" spcCol="1270" anchor="ctr" anchorCtr="0">
          <a:noAutofit/>
        </a:bodyPr>
        <a:lstStyle/>
        <a:p>
          <a:pPr marL="0" lvl="0" indent="0" algn="l" defTabSz="1155700" rtl="0">
            <a:lnSpc>
              <a:spcPct val="90000"/>
            </a:lnSpc>
            <a:spcBef>
              <a:spcPct val="0"/>
            </a:spcBef>
            <a:spcAft>
              <a:spcPct val="35000"/>
            </a:spcAft>
            <a:buNone/>
          </a:pPr>
          <a:r>
            <a:rPr lang="id-ID" sz="2600" kern="1200" dirty="0"/>
            <a:t>Pengertian akhlak secara etimologi, berasal dari kata khalaqa yang berarti mencipta, membuat, atau menjadikan. Akhlak adalah kata yang berbentuk mufrad, jamaknya adalah khuluqun, yang berarti perangai, tabiat, adat, atau khalaqun yang berarti kejadian, buatan</a:t>
          </a:r>
        </a:p>
        <a:p>
          <a:pPr marL="0" lvl="0" indent="0" algn="l" defTabSz="1155700" rtl="0">
            <a:lnSpc>
              <a:spcPct val="90000"/>
            </a:lnSpc>
            <a:spcBef>
              <a:spcPct val="0"/>
            </a:spcBef>
            <a:spcAft>
              <a:spcPct val="35000"/>
            </a:spcAft>
            <a:buNone/>
          </a:pPr>
          <a:r>
            <a:rPr lang="id-ID" sz="2600" kern="1200" dirty="0"/>
            <a:t>Secara terminologi, akhlaq berarti tingkah laku seseorang yang didorong oleh suatu keinginan secara sadar untuk melakukan suatu perbuatan yang baik</a:t>
          </a:r>
          <a:endParaRPr lang="id-ID" sz="2600" b="1" kern="1200" baseline="0" dirty="0"/>
        </a:p>
      </dsp:txBody>
      <dsp:txXfrm>
        <a:off x="2416390" y="7"/>
        <a:ext cx="5700752" cy="5214966"/>
      </dsp:txXfrm>
    </dsp:sp>
  </dsp:spTree>
</dsp:drawing>
</file>

<file path=ppt/diagrams/layout1.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id-ID"/>
          </a:p>
        </p:txBody>
      </p:sp>
      <p:sp>
        <p:nvSpPr>
          <p:cNvPr id="3" name="Date Placeholder 2"/>
          <p:cNvSpPr>
            <a:spLocks noGrp="1"/>
          </p:cNvSpPr>
          <p:nvPr>
            <p:ph type="dt" sz="quarter" idx="1"/>
          </p:nvPr>
        </p:nvSpPr>
        <p:spPr>
          <a:xfrm>
            <a:off x="5179484" y="0"/>
            <a:ext cx="3962400" cy="342900"/>
          </a:xfrm>
          <a:prstGeom prst="rect">
            <a:avLst/>
          </a:prstGeom>
        </p:spPr>
        <p:txBody>
          <a:bodyPr vert="horz" lIns="91440" tIns="45720" rIns="91440" bIns="45720" rtlCol="0"/>
          <a:lstStyle>
            <a:lvl1pPr algn="r">
              <a:defRPr sz="1200"/>
            </a:lvl1pPr>
          </a:lstStyle>
          <a:p>
            <a:fld id="{EAF44FA2-6853-4C7D-A258-5A2F945AEDFB}" type="datetimeFigureOut">
              <a:rPr lang="id-ID" smtClean="0"/>
              <a:pPr/>
              <a:t>10/10/2025</a:t>
            </a:fld>
            <a:endParaRPr lang="id-ID"/>
          </a:p>
        </p:txBody>
      </p:sp>
      <p:sp>
        <p:nvSpPr>
          <p:cNvPr id="4" name="Footer Placeholder 3"/>
          <p:cNvSpPr>
            <a:spLocks noGrp="1"/>
          </p:cNvSpPr>
          <p:nvPr>
            <p:ph type="ftr" sz="quarter" idx="2"/>
          </p:nvPr>
        </p:nvSpPr>
        <p:spPr>
          <a:xfrm>
            <a:off x="0" y="6513910"/>
            <a:ext cx="3962400" cy="342900"/>
          </a:xfrm>
          <a:prstGeom prst="rect">
            <a:avLst/>
          </a:prstGeom>
        </p:spPr>
        <p:txBody>
          <a:bodyPr vert="horz" lIns="91440" tIns="45720" rIns="91440" bIns="45720" rtlCol="0" anchor="b"/>
          <a:lstStyle>
            <a:lvl1pPr algn="l">
              <a:defRPr sz="1200"/>
            </a:lvl1pPr>
          </a:lstStyle>
          <a:p>
            <a:endParaRPr lang="id-ID"/>
          </a:p>
        </p:txBody>
      </p:sp>
      <p:sp>
        <p:nvSpPr>
          <p:cNvPr id="5" name="Slide Number Placeholder 4"/>
          <p:cNvSpPr>
            <a:spLocks noGrp="1"/>
          </p:cNvSpPr>
          <p:nvPr>
            <p:ph type="sldNum" sz="quarter" idx="3"/>
          </p:nvPr>
        </p:nvSpPr>
        <p:spPr>
          <a:xfrm>
            <a:off x="5179484" y="6513910"/>
            <a:ext cx="3962400" cy="342900"/>
          </a:xfrm>
          <a:prstGeom prst="rect">
            <a:avLst/>
          </a:prstGeom>
        </p:spPr>
        <p:txBody>
          <a:bodyPr vert="horz" lIns="91440" tIns="45720" rIns="91440" bIns="45720" rtlCol="0" anchor="b"/>
          <a:lstStyle>
            <a:lvl1pPr algn="r">
              <a:defRPr sz="1200"/>
            </a:lvl1pPr>
          </a:lstStyle>
          <a:p>
            <a:fld id="{4F5FAEAA-E2AD-4D2D-8164-1D1F3285AAEF}" type="slidenum">
              <a:rPr lang="id-ID" smtClean="0"/>
              <a:pPr/>
              <a:t>‹#›</a:t>
            </a:fld>
            <a:endParaRPr lang="id-ID"/>
          </a:p>
        </p:txBody>
      </p:sp>
    </p:spTree>
    <p:extLst>
      <p:ext uri="{BB962C8B-B14F-4D97-AF65-F5344CB8AC3E}">
        <p14:creationId xmlns:p14="http://schemas.microsoft.com/office/powerpoint/2010/main" val="496262181"/>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bwMode="blackWhite">
      <p:bgRef idx="1002">
        <a:schemeClr val="bg2"/>
      </p:bgRef>
    </p:bg>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a:t>Click to edit Master title style</a:t>
            </a:r>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fld id="{DAF3AC40-30B3-40C5-9B76-1D8168B2766A}" type="datetimeFigureOut">
              <a:rPr lang="id-ID" smtClean="0"/>
              <a:pPr/>
              <a:t>10/10/2025</a:t>
            </a:fld>
            <a:endParaRPr lang="id-ID"/>
          </a:p>
        </p:txBody>
      </p:sp>
      <p:sp>
        <p:nvSpPr>
          <p:cNvPr id="19" name="Footer Placeholder 18"/>
          <p:cNvSpPr>
            <a:spLocks noGrp="1"/>
          </p:cNvSpPr>
          <p:nvPr>
            <p:ph type="ftr" sz="quarter" idx="11"/>
          </p:nvPr>
        </p:nvSpPr>
        <p:spPr/>
        <p:txBody>
          <a:bodyPr/>
          <a:lstStyle/>
          <a:p>
            <a:endParaRPr lang="id-ID"/>
          </a:p>
        </p:txBody>
      </p:sp>
      <p:sp>
        <p:nvSpPr>
          <p:cNvPr id="27" name="Slide Number Placeholder 26"/>
          <p:cNvSpPr>
            <a:spLocks noGrp="1"/>
          </p:cNvSpPr>
          <p:nvPr>
            <p:ph type="sldNum" sz="quarter" idx="12"/>
          </p:nvPr>
        </p:nvSpPr>
        <p:spPr/>
        <p:txBody>
          <a:bodyPr/>
          <a:lstStyle/>
          <a:p>
            <a:fld id="{316EA852-FE26-43E7-A681-B9C0CE45BD98}" type="slidenum">
              <a:rPr lang="id-ID" smtClean="0"/>
              <a:pPr/>
              <a:t>‹#›</a:t>
            </a:fld>
            <a:endParaRPr lang="id-ID"/>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DAF3AC40-30B3-40C5-9B76-1D8168B2766A}" type="datetimeFigureOut">
              <a:rPr lang="id-ID" smtClean="0"/>
              <a:pPr/>
              <a:t>10/10/2025</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316EA852-FE26-43E7-A681-B9C0CE45BD98}" type="slidenum">
              <a:rPr lang="id-ID" smtClean="0"/>
              <a:pPr/>
              <a:t>‹#›</a:t>
            </a:fld>
            <a:endParaRPr lang="id-I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a:t>Click to edit Master title style</a:t>
            </a:r>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DAF3AC40-30B3-40C5-9B76-1D8168B2766A}" type="datetimeFigureOut">
              <a:rPr lang="id-ID" smtClean="0"/>
              <a:pPr/>
              <a:t>10/10/2025</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316EA852-FE26-43E7-A681-B9C0CE45BD98}" type="slidenum">
              <a:rPr lang="id-ID" smtClean="0"/>
              <a:pPr/>
              <a:t>‹#›</a:t>
            </a:fld>
            <a:endParaRPr lang="id-ID"/>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a:t>Click to edit Master title style</a:t>
            </a:r>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DAF3AC40-30B3-40C5-9B76-1D8168B2766A}" type="datetimeFigureOut">
              <a:rPr lang="id-ID" smtClean="0"/>
              <a:pPr/>
              <a:t>10/10/2025</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316EA852-FE26-43E7-A681-B9C0CE45BD98}" type="slidenum">
              <a:rPr lang="id-ID" smtClean="0"/>
              <a:pPr/>
              <a:t>‹#›</a:t>
            </a:fld>
            <a:endParaRPr lang="id-I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DAF3AC40-30B3-40C5-9B76-1D8168B2766A}" type="datetimeFigureOut">
              <a:rPr lang="id-ID" smtClean="0"/>
              <a:pPr/>
              <a:t>10/10/2025</a:t>
            </a:fld>
            <a:endParaRPr lang="id-ID"/>
          </a:p>
        </p:txBody>
      </p:sp>
      <p:sp>
        <p:nvSpPr>
          <p:cNvPr id="8" name="Footer Placeholder 7"/>
          <p:cNvSpPr>
            <a:spLocks noGrp="1"/>
          </p:cNvSpPr>
          <p:nvPr>
            <p:ph type="ftr" sz="quarter" idx="11"/>
          </p:nvPr>
        </p:nvSpPr>
        <p:spPr/>
        <p:txBody>
          <a:bodyPr/>
          <a:lstStyle/>
          <a:p>
            <a:endParaRPr lang="id-ID"/>
          </a:p>
        </p:txBody>
      </p:sp>
      <p:sp>
        <p:nvSpPr>
          <p:cNvPr id="9" name="Slide Number Placeholder 8"/>
          <p:cNvSpPr>
            <a:spLocks noGrp="1"/>
          </p:cNvSpPr>
          <p:nvPr>
            <p:ph type="sldNum" sz="quarter" idx="12"/>
          </p:nvPr>
        </p:nvSpPr>
        <p:spPr/>
        <p:txBody>
          <a:bodyPr/>
          <a:lstStyle/>
          <a:p>
            <a:fld id="{316EA852-FE26-43E7-A681-B9C0CE45BD98}" type="slidenum">
              <a:rPr lang="id-ID" smtClean="0"/>
              <a:pPr/>
              <a:t>‹#›</a:t>
            </a:fld>
            <a:endParaRPr lang="id-ID"/>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a:t>Click to edit Master title style</a:t>
            </a:r>
          </a:p>
        </p:txBody>
      </p:sp>
      <p:sp>
        <p:nvSpPr>
          <p:cNvPr id="7" name="Date Placeholder 6"/>
          <p:cNvSpPr>
            <a:spLocks noGrp="1"/>
          </p:cNvSpPr>
          <p:nvPr>
            <p:ph type="dt" sz="half" idx="10"/>
          </p:nvPr>
        </p:nvSpPr>
        <p:spPr/>
        <p:txBody>
          <a:bodyPr/>
          <a:lstStyle/>
          <a:p>
            <a:fld id="{DAF3AC40-30B3-40C5-9B76-1D8168B2766A}" type="datetimeFigureOut">
              <a:rPr lang="id-ID" smtClean="0"/>
              <a:pPr/>
              <a:t>10/10/2025</a:t>
            </a:fld>
            <a:endParaRPr lang="id-ID"/>
          </a:p>
        </p:txBody>
      </p:sp>
      <p:sp>
        <p:nvSpPr>
          <p:cNvPr id="8" name="Slide Number Placeholder 7"/>
          <p:cNvSpPr>
            <a:spLocks noGrp="1"/>
          </p:cNvSpPr>
          <p:nvPr>
            <p:ph type="sldNum" sz="quarter" idx="11"/>
          </p:nvPr>
        </p:nvSpPr>
        <p:spPr/>
        <p:txBody>
          <a:bodyPr/>
          <a:lstStyle/>
          <a:p>
            <a:fld id="{316EA852-FE26-43E7-A681-B9C0CE45BD98}" type="slidenum">
              <a:rPr lang="id-ID" smtClean="0"/>
              <a:pPr/>
              <a:t>‹#›</a:t>
            </a:fld>
            <a:endParaRPr lang="id-ID"/>
          </a:p>
        </p:txBody>
      </p:sp>
      <p:sp>
        <p:nvSpPr>
          <p:cNvPr id="9" name="Footer Placeholder 8"/>
          <p:cNvSpPr>
            <a:spLocks noGrp="1"/>
          </p:cNvSpPr>
          <p:nvPr>
            <p:ph type="ftr" sz="quarter" idx="12"/>
          </p:nvPr>
        </p:nvSpPr>
        <p:spPr/>
        <p:txBody>
          <a:bodyPr/>
          <a:lstStyle/>
          <a:p>
            <a:endParaRPr lang="id-ID"/>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AF3AC40-30B3-40C5-9B76-1D8168B2766A}" type="datetimeFigureOut">
              <a:rPr lang="id-ID" smtClean="0"/>
              <a:pPr/>
              <a:t>10/10/2025</a:t>
            </a:fld>
            <a:endParaRPr lang="id-ID"/>
          </a:p>
        </p:txBody>
      </p:sp>
      <p:sp>
        <p:nvSpPr>
          <p:cNvPr id="3" name="Footer Placeholder 2"/>
          <p:cNvSpPr>
            <a:spLocks noGrp="1"/>
          </p:cNvSpPr>
          <p:nvPr>
            <p:ph type="ftr" sz="quarter" idx="11"/>
          </p:nvPr>
        </p:nvSpPr>
        <p:spPr/>
        <p:txBody>
          <a:bodyPr/>
          <a:lstStyle/>
          <a:p>
            <a:endParaRPr lang="id-ID"/>
          </a:p>
        </p:txBody>
      </p:sp>
      <p:sp>
        <p:nvSpPr>
          <p:cNvPr id="4" name="Slide Number Placeholder 3"/>
          <p:cNvSpPr>
            <a:spLocks noGrp="1"/>
          </p:cNvSpPr>
          <p:nvPr>
            <p:ph type="sldNum" sz="quarter" idx="12"/>
          </p:nvPr>
        </p:nvSpPr>
        <p:spPr/>
        <p:txBody>
          <a:bodyPr/>
          <a:lstStyle/>
          <a:p>
            <a:fld id="{316EA852-FE26-43E7-A681-B9C0CE45BD98}" type="slidenum">
              <a:rPr lang="id-ID" smtClean="0"/>
              <a:pPr/>
              <a:t>‹#›</a:t>
            </a:fld>
            <a:endParaRPr lang="id-ID"/>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a:t>Click to edit Master title style</a:t>
            </a:r>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DAF3AC40-30B3-40C5-9B76-1D8168B2766A}" type="datetimeFigureOut">
              <a:rPr lang="id-ID" smtClean="0"/>
              <a:pPr/>
              <a:t>10/10/2025</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a:xfrm>
            <a:off x="8156448" y="6422064"/>
            <a:ext cx="762000" cy="365125"/>
          </a:xfrm>
        </p:spPr>
        <p:txBody>
          <a:bodyPr/>
          <a:lstStyle/>
          <a:p>
            <a:fld id="{316EA852-FE26-43E7-A681-B9C0CE45BD98}" type="slidenum">
              <a:rPr lang="id-ID" smtClean="0"/>
              <a:pPr/>
              <a:t>‹#›</a:t>
            </a:fld>
            <a:endParaRPr lang="id-ID"/>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a:t>Click to edit Master title style</a:t>
            </a:r>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DAF3AC40-30B3-40C5-9B76-1D8168B2766A}" type="datetimeFigureOut">
              <a:rPr lang="id-ID" smtClean="0"/>
              <a:pPr/>
              <a:t>10/10/2025</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316EA852-FE26-43E7-A681-B9C0CE45BD98}" type="slidenum">
              <a:rPr lang="id-ID" smtClean="0"/>
              <a:pPr/>
              <a:t>‹#›</a:t>
            </a:fld>
            <a:endParaRPr lang="id-ID"/>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DAF3AC40-30B3-40C5-9B76-1D8168B2766A}" type="datetimeFigureOut">
              <a:rPr lang="id-ID" smtClean="0"/>
              <a:pPr/>
              <a:t>10/10/2025</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316EA852-FE26-43E7-A681-B9C0CE45BD98}" type="slidenum">
              <a:rPr lang="id-ID" smtClean="0"/>
              <a:pPr/>
              <a:t>‹#›</a:t>
            </a:fld>
            <a:endParaRPr lang="id-ID"/>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DAF3AC40-30B3-40C5-9B76-1D8168B2766A}" type="datetimeFigureOut">
              <a:rPr lang="id-ID" smtClean="0"/>
              <a:pPr/>
              <a:t>10/10/2025</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316EA852-FE26-43E7-A681-B9C0CE45BD98}" type="slidenum">
              <a:rPr lang="id-ID" smtClean="0"/>
              <a:pPr/>
              <a:t>‹#›</a:t>
            </a:fld>
            <a:endParaRPr lang="id-ID"/>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blackWhite">
      <p:bgRef idx="1001">
        <a:schemeClr val="bg2"/>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a:t>Click to edit Master title style</a:t>
            </a:r>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defRPr>
            </a:lvl1pPr>
          </a:lstStyle>
          <a:p>
            <a:fld id="{DAF3AC40-30B3-40C5-9B76-1D8168B2766A}" type="datetimeFigureOut">
              <a:rPr lang="id-ID" smtClean="0"/>
              <a:pPr/>
              <a:t>10/10/2025</a:t>
            </a:fld>
            <a:endParaRPr lang="id-ID"/>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defRPr>
            </a:lvl1pPr>
          </a:lstStyle>
          <a:p>
            <a:endParaRPr lang="id-ID"/>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defRPr>
            </a:lvl1pPr>
          </a:lstStyle>
          <a:p>
            <a:fld id="{316EA852-FE26-43E7-A681-B9C0CE45BD98}" type="slidenum">
              <a:rPr lang="id-ID" smtClean="0"/>
              <a:pPr/>
              <a:t>‹#›</a:t>
            </a:fld>
            <a:endParaRPr lang="id-ID"/>
          </a:p>
        </p:txBody>
      </p:sp>
    </p:spTree>
  </p:cSld>
  <p:clrMap bg1="dk1" tx1="lt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rtl="0" eaLnBrk="1" latinLnBrk="0" hangingPunct="1">
        <a:spcBef>
          <a:spcPct val="0"/>
        </a:spcBef>
        <a:buNone/>
        <a:defRPr kumimoji="0" sz="4600" kern="1200">
          <a:solidFill>
            <a:schemeClr val="tx1"/>
          </a:solidFill>
          <a:latin typeface="+mj-lt"/>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mn-lt"/>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mn-lt"/>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mn-lt"/>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mn-lt"/>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bg2">
                <a:shade val="40000"/>
                <a:satMod val="150000"/>
              </a:schemeClr>
            </a:gs>
            <a:gs pos="30000">
              <a:schemeClr val="bg2">
                <a:shade val="60000"/>
                <a:satMod val="150000"/>
              </a:schemeClr>
            </a:gs>
            <a:gs pos="100000">
              <a:schemeClr val="bg2">
                <a:tint val="83000"/>
                <a:satMod val="200000"/>
              </a:schemeClr>
            </a:gs>
          </a:gsLst>
          <a:lin ang="13000000" scaled="0"/>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244595"/>
            <a:ext cx="7772400" cy="1470025"/>
          </a:xfrm>
        </p:spPr>
        <p:style>
          <a:lnRef idx="1">
            <a:schemeClr val="accent5"/>
          </a:lnRef>
          <a:fillRef idx="3">
            <a:schemeClr val="accent5"/>
          </a:fillRef>
          <a:effectRef idx="2">
            <a:schemeClr val="accent5"/>
          </a:effectRef>
          <a:fontRef idx="minor">
            <a:schemeClr val="lt1"/>
          </a:fontRef>
        </p:style>
        <p:txBody>
          <a:bodyPr>
            <a:normAutofit fontScale="90000"/>
          </a:bodyPr>
          <a:lstStyle/>
          <a:p>
            <a:pPr algn="ctr"/>
            <a:r>
              <a:rPr lang="id-ID" b="1" dirty="0"/>
              <a:t>KERANGKA DASAR AGAMA ISLAM</a:t>
            </a:r>
          </a:p>
        </p:txBody>
      </p:sp>
      <p:sp>
        <p:nvSpPr>
          <p:cNvPr id="3" name="Subtitle 2"/>
          <p:cNvSpPr>
            <a:spLocks noGrp="1"/>
          </p:cNvSpPr>
          <p:nvPr>
            <p:ph type="subTitle" idx="1"/>
          </p:nvPr>
        </p:nvSpPr>
        <p:spPr>
          <a:xfrm>
            <a:off x="1619672" y="3068960"/>
            <a:ext cx="6118448" cy="1008112"/>
          </a:xfrm>
        </p:spPr>
        <p:txBody>
          <a:bodyPr>
            <a:noAutofit/>
          </a:bodyPr>
          <a:lstStyle/>
          <a:p>
            <a:pPr algn="l"/>
            <a:r>
              <a:rPr lang="en-US" sz="2400" dirty="0" err="1">
                <a:solidFill>
                  <a:schemeClr val="tx1"/>
                </a:solidFill>
              </a:rPr>
              <a:t>Oleh</a:t>
            </a:r>
            <a:r>
              <a:rPr lang="en-US" sz="2400" dirty="0">
                <a:solidFill>
                  <a:schemeClr val="tx1"/>
                </a:solidFill>
              </a:rPr>
              <a:t> : Asep Kusno Suseno Alf.,S.</a:t>
            </a:r>
            <a:r>
              <a:rPr lang="en-US" sz="2400" dirty="0" err="1">
                <a:solidFill>
                  <a:schemeClr val="tx1"/>
                </a:solidFill>
              </a:rPr>
              <a:t>PdI</a:t>
            </a:r>
            <a:r>
              <a:rPr lang="en-US" sz="2400" dirty="0">
                <a:solidFill>
                  <a:schemeClr val="tx1"/>
                </a:solidFill>
              </a:rPr>
              <a:t>.,</a:t>
            </a:r>
            <a:r>
              <a:rPr lang="en-US" sz="2400" dirty="0" err="1">
                <a:solidFill>
                  <a:schemeClr val="tx1"/>
                </a:solidFill>
              </a:rPr>
              <a:t>M.Pd</a:t>
            </a:r>
            <a:r>
              <a:rPr lang="en-US" sz="2400" dirty="0">
                <a:solidFill>
                  <a:schemeClr val="tx1"/>
                </a:solidFill>
              </a:rPr>
              <a:t>.</a:t>
            </a:r>
            <a:endParaRPr lang="id-ID" sz="2400" dirty="0">
              <a:solidFill>
                <a:schemeClr val="tx1"/>
              </a:solidFill>
            </a:endParaRPr>
          </a:p>
        </p:txBody>
      </p:sp>
    </p:spTree>
  </p:cSld>
  <p:clrMapOvr>
    <a:masterClrMapping/>
  </p:clrMapOvr>
  <p:transition spd="med">
    <p:zo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G:\ASM Ariyanti\assalamualaikum.jpg"/>
          <p:cNvPicPr>
            <a:picLocks noChangeAspect="1" noChangeArrowheads="1"/>
          </p:cNvPicPr>
          <p:nvPr/>
        </p:nvPicPr>
        <p:blipFill>
          <a:blip r:embed="rId2">
            <a:lum contrast="40000"/>
          </a:blip>
          <a:srcRect/>
          <a:stretch>
            <a:fillRect/>
          </a:stretch>
        </p:blipFill>
        <p:spPr bwMode="auto">
          <a:xfrm>
            <a:off x="1142976" y="2357430"/>
            <a:ext cx="6866916" cy="1609868"/>
          </a:xfrm>
          <a:prstGeom prst="round2DiagRect">
            <a:avLst>
              <a:gd name="adj1" fmla="val 16667"/>
              <a:gd name="adj2" fmla="val 0"/>
            </a:avLst>
          </a:prstGeom>
          <a:ln w="38100" cap="sq" cmpd="sng">
            <a:solidFill>
              <a:schemeClr val="accent3">
                <a:lumMod val="75000"/>
              </a:schemeClr>
            </a:solidFill>
            <a:miter lim="800000"/>
          </a:ln>
          <a:effectLst>
            <a:innerShdw blurRad="63500" dist="50800" dir="13500000">
              <a:prstClr val="black">
                <a:alpha val="50000"/>
              </a:prstClr>
            </a:innerShdw>
          </a:effectLst>
        </p:spPr>
        <p:style>
          <a:lnRef idx="1">
            <a:schemeClr val="dk1"/>
          </a:lnRef>
          <a:fillRef idx="3">
            <a:schemeClr val="dk1"/>
          </a:fillRef>
          <a:effectRef idx="2">
            <a:schemeClr val="dk1"/>
          </a:effectRef>
          <a:fontRef idx="minor">
            <a:schemeClr val="lt1"/>
          </a:fontRef>
        </p:style>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8596" y="1599322"/>
            <a:ext cx="6480048" cy="2301240"/>
          </a:xfrm>
        </p:spPr>
        <p:txBody>
          <a:bodyPr>
            <a:noAutofit/>
          </a:bodyPr>
          <a:lstStyle/>
          <a:p>
            <a:pPr algn="l"/>
            <a:r>
              <a:rPr sz="2400" cap="none" dirty="0" err="1">
                <a:effectLst>
                  <a:outerShdw blurRad="38100" dist="38100" dir="2700000" algn="tl">
                    <a:srgbClr val="000000">
                      <a:alpha val="43137"/>
                    </a:srgbClr>
                  </a:outerShdw>
                </a:effectLst>
              </a:rPr>
              <a:t>Sumber</a:t>
            </a:r>
            <a:r>
              <a:rPr sz="2400" cap="none" dirty="0">
                <a:effectLst>
                  <a:outerShdw blurRad="38100" dist="38100" dir="2700000" algn="tl">
                    <a:srgbClr val="000000">
                      <a:alpha val="43137"/>
                    </a:srgbClr>
                  </a:outerShdw>
                </a:effectLst>
              </a:rPr>
              <a:t> agama </a:t>
            </a:r>
            <a:r>
              <a:rPr sz="2400" cap="none" dirty="0" err="1">
                <a:effectLst>
                  <a:outerShdw blurRad="38100" dist="38100" dir="2700000" algn="tl">
                    <a:srgbClr val="000000">
                      <a:alpha val="43137"/>
                    </a:srgbClr>
                  </a:outerShdw>
                </a:effectLst>
              </a:rPr>
              <a:t>islam</a:t>
            </a:r>
            <a:r>
              <a:rPr sz="2400" cap="none" dirty="0">
                <a:effectLst>
                  <a:outerShdw blurRad="38100" dist="38100" dir="2700000" algn="tl">
                    <a:srgbClr val="000000">
                      <a:alpha val="43137"/>
                    </a:srgbClr>
                  </a:outerShdw>
                </a:effectLst>
              </a:rPr>
              <a:t> </a:t>
            </a:r>
            <a:r>
              <a:rPr sz="2400" cap="none" dirty="0" err="1">
                <a:effectLst>
                  <a:outerShdw blurRad="38100" dist="38100" dir="2700000" algn="tl">
                    <a:srgbClr val="000000">
                      <a:alpha val="43137"/>
                    </a:srgbClr>
                  </a:outerShdw>
                </a:effectLst>
              </a:rPr>
              <a:t>yaitu</a:t>
            </a:r>
            <a:r>
              <a:rPr sz="2400" cap="none" dirty="0">
                <a:effectLst>
                  <a:outerShdw blurRad="38100" dist="38100" dir="2700000" algn="tl">
                    <a:srgbClr val="000000">
                      <a:alpha val="43137"/>
                    </a:srgbClr>
                  </a:outerShdw>
                </a:effectLst>
              </a:rPr>
              <a:t> al-</a:t>
            </a:r>
            <a:r>
              <a:rPr sz="2400" cap="none" dirty="0" err="1">
                <a:effectLst>
                  <a:outerShdw blurRad="38100" dist="38100" dir="2700000" algn="tl">
                    <a:srgbClr val="000000">
                      <a:alpha val="43137"/>
                    </a:srgbClr>
                  </a:outerShdw>
                </a:effectLst>
              </a:rPr>
              <a:t>qur’an</a:t>
            </a:r>
            <a:r>
              <a:rPr sz="2400" cap="none" dirty="0">
                <a:effectLst>
                  <a:outerShdw blurRad="38100" dist="38100" dir="2700000" algn="tl">
                    <a:srgbClr val="000000">
                      <a:alpha val="43137"/>
                    </a:srgbClr>
                  </a:outerShdw>
                </a:effectLst>
              </a:rPr>
              <a:t> </a:t>
            </a:r>
            <a:r>
              <a:rPr sz="2400" cap="none" dirty="0" err="1">
                <a:effectLst>
                  <a:outerShdw blurRad="38100" dist="38100" dir="2700000" algn="tl">
                    <a:srgbClr val="000000">
                      <a:alpha val="43137"/>
                    </a:srgbClr>
                  </a:outerShdw>
                </a:effectLst>
              </a:rPr>
              <a:t>dan</a:t>
            </a:r>
            <a:r>
              <a:rPr sz="2400" cap="none" dirty="0">
                <a:effectLst>
                  <a:outerShdw blurRad="38100" dist="38100" dir="2700000" algn="tl">
                    <a:srgbClr val="000000">
                      <a:alpha val="43137"/>
                    </a:srgbClr>
                  </a:outerShdw>
                </a:effectLst>
              </a:rPr>
              <a:t> al-</a:t>
            </a:r>
            <a:r>
              <a:rPr sz="2400" cap="none" dirty="0" err="1">
                <a:effectLst>
                  <a:outerShdw blurRad="38100" dist="38100" dir="2700000" algn="tl">
                    <a:srgbClr val="000000">
                      <a:alpha val="43137"/>
                    </a:srgbClr>
                  </a:outerShdw>
                </a:effectLst>
              </a:rPr>
              <a:t>Hadist</a:t>
            </a:r>
            <a:r>
              <a:rPr sz="2400" cap="none" dirty="0">
                <a:effectLst>
                  <a:outerShdw blurRad="38100" dist="38100" dir="2700000" algn="tl">
                    <a:srgbClr val="000000">
                      <a:alpha val="43137"/>
                    </a:srgbClr>
                  </a:outerShdw>
                </a:effectLst>
              </a:rPr>
              <a:t> </a:t>
            </a:r>
            <a:r>
              <a:rPr sz="2400" cap="none" dirty="0" err="1">
                <a:effectLst>
                  <a:outerShdw blurRad="38100" dist="38100" dir="2700000" algn="tl">
                    <a:srgbClr val="000000">
                      <a:alpha val="43137"/>
                    </a:srgbClr>
                  </a:outerShdw>
                </a:effectLst>
              </a:rPr>
              <a:t>keduanya</a:t>
            </a:r>
            <a:r>
              <a:rPr sz="2400" cap="none" dirty="0">
                <a:effectLst>
                  <a:outerShdw blurRad="38100" dist="38100" dir="2700000" algn="tl">
                    <a:srgbClr val="000000">
                      <a:alpha val="43137"/>
                    </a:srgbClr>
                  </a:outerShdw>
                </a:effectLst>
              </a:rPr>
              <a:t> </a:t>
            </a:r>
            <a:r>
              <a:rPr sz="2400" cap="none" dirty="0" err="1">
                <a:effectLst>
                  <a:outerShdw blurRad="38100" dist="38100" dir="2700000" algn="tl">
                    <a:srgbClr val="000000">
                      <a:alpha val="43137"/>
                    </a:srgbClr>
                  </a:outerShdw>
                </a:effectLst>
              </a:rPr>
              <a:t>memuat</a:t>
            </a:r>
            <a:r>
              <a:rPr sz="2400" cap="none" dirty="0">
                <a:effectLst>
                  <a:outerShdw blurRad="38100" dist="38100" dir="2700000" algn="tl">
                    <a:srgbClr val="000000">
                      <a:alpha val="43137"/>
                    </a:srgbClr>
                  </a:outerShdw>
                </a:effectLst>
              </a:rPr>
              <a:t> </a:t>
            </a:r>
            <a:r>
              <a:rPr sz="2400" cap="none" dirty="0" err="1">
                <a:effectLst>
                  <a:outerShdw blurRad="38100" dist="38100" dir="2700000" algn="tl">
                    <a:srgbClr val="000000">
                      <a:alpha val="43137"/>
                    </a:srgbClr>
                  </a:outerShdw>
                </a:effectLst>
              </a:rPr>
              <a:t>komponen</a:t>
            </a:r>
            <a:r>
              <a:rPr sz="2400" cap="none" dirty="0">
                <a:effectLst>
                  <a:outerShdw blurRad="38100" dist="38100" dir="2700000" algn="tl">
                    <a:srgbClr val="000000">
                      <a:alpha val="43137"/>
                    </a:srgbClr>
                  </a:outerShdw>
                </a:effectLst>
              </a:rPr>
              <a:t> agama </a:t>
            </a:r>
            <a:r>
              <a:rPr sz="2400" cap="none" dirty="0" err="1">
                <a:effectLst>
                  <a:outerShdw blurRad="38100" dist="38100" dir="2700000" algn="tl">
                    <a:srgbClr val="000000">
                      <a:alpha val="43137"/>
                    </a:srgbClr>
                  </a:outerShdw>
                </a:effectLst>
              </a:rPr>
              <a:t>islam</a:t>
            </a:r>
            <a:r>
              <a:rPr sz="2400" cap="none" dirty="0">
                <a:effectLst>
                  <a:outerShdw blurRad="38100" dist="38100" dir="2700000" algn="tl">
                    <a:srgbClr val="000000">
                      <a:alpha val="43137"/>
                    </a:srgbClr>
                  </a:outerShdw>
                </a:effectLst>
              </a:rPr>
              <a:t> yang </a:t>
            </a:r>
            <a:r>
              <a:rPr sz="2400" cap="none" dirty="0" err="1">
                <a:effectLst>
                  <a:outerShdw blurRad="38100" dist="38100" dir="2700000" algn="tl">
                    <a:srgbClr val="000000">
                      <a:alpha val="43137"/>
                    </a:srgbClr>
                  </a:outerShdw>
                </a:effectLst>
              </a:rPr>
              <a:t>menjadi</a:t>
            </a:r>
            <a:r>
              <a:rPr sz="2400" cap="none" dirty="0">
                <a:effectLst>
                  <a:outerShdw blurRad="38100" dist="38100" dir="2700000" algn="tl">
                    <a:srgbClr val="000000">
                      <a:alpha val="43137"/>
                    </a:srgbClr>
                  </a:outerShdw>
                </a:effectLst>
              </a:rPr>
              <a:t> </a:t>
            </a:r>
            <a:r>
              <a:rPr sz="2400" u="sng" cap="none" dirty="0" err="1">
                <a:effectLst>
                  <a:outerShdw blurRad="38100" dist="38100" dir="2700000" algn="tl">
                    <a:srgbClr val="000000">
                      <a:alpha val="43137"/>
                    </a:srgbClr>
                  </a:outerShdw>
                </a:effectLst>
              </a:rPr>
              <a:t>isi</a:t>
            </a:r>
            <a:r>
              <a:rPr sz="2400" u="sng" cap="none" dirty="0">
                <a:effectLst>
                  <a:outerShdw blurRad="38100" dist="38100" dir="2700000" algn="tl">
                    <a:srgbClr val="000000">
                      <a:alpha val="43137"/>
                    </a:srgbClr>
                  </a:outerShdw>
                </a:effectLst>
              </a:rPr>
              <a:t> </a:t>
            </a:r>
            <a:r>
              <a:rPr sz="2400" u="sng" cap="none" dirty="0" err="1">
                <a:effectLst>
                  <a:outerShdw blurRad="38100" dist="38100" dir="2700000" algn="tl">
                    <a:srgbClr val="000000">
                      <a:alpha val="43137"/>
                    </a:srgbClr>
                  </a:outerShdw>
                </a:effectLst>
              </a:rPr>
              <a:t>kerangka</a:t>
            </a:r>
            <a:r>
              <a:rPr sz="2400" u="sng" cap="none" dirty="0">
                <a:effectLst>
                  <a:outerShdw blurRad="38100" dist="38100" dir="2700000" algn="tl">
                    <a:srgbClr val="000000">
                      <a:alpha val="43137"/>
                    </a:srgbClr>
                  </a:outerShdw>
                </a:effectLst>
              </a:rPr>
              <a:t> </a:t>
            </a:r>
            <a:r>
              <a:rPr sz="2400" u="sng" cap="none" dirty="0" err="1">
                <a:effectLst>
                  <a:outerShdw blurRad="38100" dist="38100" dir="2700000" algn="tl">
                    <a:srgbClr val="000000">
                      <a:alpha val="43137"/>
                    </a:srgbClr>
                  </a:outerShdw>
                </a:effectLst>
              </a:rPr>
              <a:t>dasar</a:t>
            </a:r>
            <a:r>
              <a:rPr sz="2400" u="sng" cap="none" dirty="0">
                <a:effectLst>
                  <a:outerShdw blurRad="38100" dist="38100" dir="2700000" algn="tl">
                    <a:srgbClr val="000000">
                      <a:alpha val="43137"/>
                    </a:srgbClr>
                  </a:outerShdw>
                </a:effectLst>
              </a:rPr>
              <a:t> agama </a:t>
            </a:r>
            <a:r>
              <a:rPr sz="2400" u="sng" cap="none" dirty="0" err="1">
                <a:effectLst>
                  <a:outerShdw blurRad="38100" dist="38100" dir="2700000" algn="tl">
                    <a:srgbClr val="000000">
                      <a:alpha val="43137"/>
                    </a:srgbClr>
                  </a:outerShdw>
                </a:effectLst>
              </a:rPr>
              <a:t>dan</a:t>
            </a:r>
            <a:r>
              <a:rPr sz="2400" u="sng" cap="none" dirty="0">
                <a:effectLst>
                  <a:outerShdw blurRad="38100" dist="38100" dir="2700000" algn="tl">
                    <a:srgbClr val="000000">
                      <a:alpha val="43137"/>
                    </a:srgbClr>
                  </a:outerShdw>
                </a:effectLst>
              </a:rPr>
              <a:t> </a:t>
            </a:r>
            <a:r>
              <a:rPr sz="2400" u="sng" cap="none" dirty="0" err="1">
                <a:effectLst>
                  <a:outerShdw blurRad="38100" dist="38100" dir="2700000" algn="tl">
                    <a:srgbClr val="000000">
                      <a:alpha val="43137"/>
                    </a:srgbClr>
                  </a:outerShdw>
                </a:effectLst>
              </a:rPr>
              <a:t>ajaran</a:t>
            </a:r>
            <a:r>
              <a:rPr sz="2400" u="sng" cap="none" dirty="0">
                <a:effectLst>
                  <a:outerShdw blurRad="38100" dist="38100" dir="2700000" algn="tl">
                    <a:srgbClr val="000000">
                      <a:alpha val="43137"/>
                    </a:srgbClr>
                  </a:outerShdw>
                </a:effectLst>
              </a:rPr>
              <a:t> </a:t>
            </a:r>
            <a:r>
              <a:rPr sz="2400" u="sng" cap="none" dirty="0" err="1">
                <a:effectLst>
                  <a:outerShdw blurRad="38100" dist="38100" dir="2700000" algn="tl">
                    <a:srgbClr val="000000">
                      <a:alpha val="43137"/>
                    </a:srgbClr>
                  </a:outerShdw>
                </a:effectLst>
              </a:rPr>
              <a:t>islam</a:t>
            </a:r>
            <a:r>
              <a:rPr sz="2400" u="sng" cap="none" dirty="0">
                <a:effectLst>
                  <a:outerShdw blurRad="38100" dist="38100" dir="2700000" algn="tl">
                    <a:srgbClr val="000000">
                      <a:alpha val="43137"/>
                    </a:srgbClr>
                  </a:outerShdw>
                </a:effectLst>
              </a:rPr>
              <a:t>. </a:t>
            </a:r>
            <a:br>
              <a:rPr lang="id-ID" sz="2400" cap="none" dirty="0">
                <a:effectLst>
                  <a:outerShdw blurRad="38100" dist="38100" dir="2700000" algn="tl">
                    <a:srgbClr val="000000">
                      <a:alpha val="43137"/>
                    </a:srgbClr>
                  </a:outerShdw>
                </a:effectLst>
              </a:rPr>
            </a:br>
            <a:br>
              <a:rPr lang="id-ID" sz="2400" cap="none" dirty="0">
                <a:effectLst>
                  <a:outerShdw blurRad="38100" dist="38100" dir="2700000" algn="tl">
                    <a:srgbClr val="000000">
                      <a:alpha val="43137"/>
                    </a:srgbClr>
                  </a:outerShdw>
                </a:effectLst>
              </a:rPr>
            </a:br>
            <a:r>
              <a:rPr sz="2400" cap="none" dirty="0" err="1">
                <a:effectLst>
                  <a:outerShdw blurRad="38100" dist="38100" dir="2700000" algn="tl">
                    <a:srgbClr val="000000">
                      <a:alpha val="43137"/>
                    </a:srgbClr>
                  </a:outerShdw>
                </a:effectLst>
              </a:rPr>
              <a:t>Kerangka</a:t>
            </a:r>
            <a:r>
              <a:rPr sz="2400" cap="none" dirty="0">
                <a:effectLst>
                  <a:outerShdw blurRad="38100" dist="38100" dir="2700000" algn="tl">
                    <a:srgbClr val="000000">
                      <a:alpha val="43137"/>
                    </a:srgbClr>
                  </a:outerShdw>
                </a:effectLst>
              </a:rPr>
              <a:t> </a:t>
            </a:r>
            <a:r>
              <a:rPr sz="2400" cap="none" dirty="0" err="1">
                <a:effectLst>
                  <a:outerShdw blurRad="38100" dist="38100" dir="2700000" algn="tl">
                    <a:srgbClr val="000000">
                      <a:alpha val="43137"/>
                    </a:srgbClr>
                  </a:outerShdw>
                </a:effectLst>
              </a:rPr>
              <a:t>dasar</a:t>
            </a:r>
            <a:r>
              <a:rPr sz="2400" cap="none" dirty="0">
                <a:effectLst>
                  <a:outerShdw blurRad="38100" dist="38100" dir="2700000" algn="tl">
                    <a:srgbClr val="000000">
                      <a:alpha val="43137"/>
                    </a:srgbClr>
                  </a:outerShdw>
                </a:effectLst>
              </a:rPr>
              <a:t> agama </a:t>
            </a:r>
            <a:r>
              <a:rPr sz="2400" cap="none" dirty="0" err="1">
                <a:effectLst>
                  <a:outerShdw blurRad="38100" dist="38100" dir="2700000" algn="tl">
                    <a:srgbClr val="000000">
                      <a:alpha val="43137"/>
                    </a:srgbClr>
                  </a:outerShdw>
                </a:effectLst>
              </a:rPr>
              <a:t>islam</a:t>
            </a:r>
            <a:r>
              <a:rPr sz="2400" cap="none" dirty="0">
                <a:effectLst>
                  <a:outerShdw blurRad="38100" dist="38100" dir="2700000" algn="tl">
                    <a:srgbClr val="000000">
                      <a:alpha val="43137"/>
                    </a:srgbClr>
                  </a:outerShdw>
                </a:effectLst>
              </a:rPr>
              <a:t> </a:t>
            </a:r>
            <a:r>
              <a:rPr sz="2400" cap="none" dirty="0" err="1">
                <a:effectLst>
                  <a:outerShdw blurRad="38100" dist="38100" dir="2700000" algn="tl">
                    <a:srgbClr val="000000">
                      <a:alpha val="43137"/>
                    </a:srgbClr>
                  </a:outerShdw>
                </a:effectLst>
              </a:rPr>
              <a:t>merupakan</a:t>
            </a:r>
            <a:r>
              <a:rPr sz="2400" cap="none" dirty="0">
                <a:effectLst>
                  <a:outerShdw blurRad="38100" dist="38100" dir="2700000" algn="tl">
                    <a:srgbClr val="000000">
                      <a:alpha val="43137"/>
                    </a:srgbClr>
                  </a:outerShdw>
                </a:effectLst>
              </a:rPr>
              <a:t> </a:t>
            </a:r>
            <a:r>
              <a:rPr sz="2400" cap="none" dirty="0" err="1">
                <a:effectLst>
                  <a:outerShdw blurRad="38100" dist="38100" dir="2700000" algn="tl">
                    <a:srgbClr val="000000">
                      <a:alpha val="43137"/>
                    </a:srgbClr>
                  </a:outerShdw>
                </a:effectLst>
              </a:rPr>
              <a:t>pondasi</a:t>
            </a:r>
            <a:r>
              <a:rPr sz="2400" cap="none" dirty="0">
                <a:effectLst>
                  <a:outerShdw blurRad="38100" dist="38100" dir="2700000" algn="tl">
                    <a:srgbClr val="000000">
                      <a:alpha val="43137"/>
                    </a:srgbClr>
                  </a:outerShdw>
                </a:effectLst>
              </a:rPr>
              <a:t> yang </a:t>
            </a:r>
            <a:r>
              <a:rPr sz="2400" cap="none" dirty="0" err="1">
                <a:effectLst>
                  <a:outerShdw blurRad="38100" dist="38100" dir="2700000" algn="tl">
                    <a:srgbClr val="000000">
                      <a:alpha val="43137"/>
                    </a:srgbClr>
                  </a:outerShdw>
                </a:effectLst>
              </a:rPr>
              <a:t>utama</a:t>
            </a:r>
            <a:r>
              <a:rPr sz="2400" cap="none" dirty="0">
                <a:effectLst>
                  <a:outerShdw blurRad="38100" dist="38100" dir="2700000" algn="tl">
                    <a:srgbClr val="000000">
                      <a:alpha val="43137"/>
                    </a:srgbClr>
                  </a:outerShdw>
                </a:effectLst>
              </a:rPr>
              <a:t> </a:t>
            </a:r>
            <a:r>
              <a:rPr sz="2400" cap="none" dirty="0" err="1">
                <a:effectLst>
                  <a:outerShdw blurRad="38100" dist="38100" dir="2700000" algn="tl">
                    <a:srgbClr val="000000">
                      <a:alpha val="43137"/>
                    </a:srgbClr>
                  </a:outerShdw>
                </a:effectLst>
              </a:rPr>
              <a:t>bagi</a:t>
            </a:r>
            <a:r>
              <a:rPr sz="2400" cap="none" dirty="0">
                <a:effectLst>
                  <a:outerShdw blurRad="38100" dist="38100" dir="2700000" algn="tl">
                    <a:srgbClr val="000000">
                      <a:alpha val="43137"/>
                    </a:srgbClr>
                  </a:outerShdw>
                </a:effectLst>
              </a:rPr>
              <a:t> </a:t>
            </a:r>
            <a:r>
              <a:rPr sz="2400" cap="none" dirty="0" err="1">
                <a:effectLst>
                  <a:outerShdw blurRad="38100" dist="38100" dir="2700000" algn="tl">
                    <a:srgbClr val="000000">
                      <a:alpha val="43137"/>
                    </a:srgbClr>
                  </a:outerShdw>
                </a:effectLst>
              </a:rPr>
              <a:t>setiap</a:t>
            </a:r>
            <a:r>
              <a:rPr sz="2400" cap="none" dirty="0">
                <a:effectLst>
                  <a:outerShdw blurRad="38100" dist="38100" dir="2700000" algn="tl">
                    <a:srgbClr val="000000">
                      <a:alpha val="43137"/>
                    </a:srgbClr>
                  </a:outerShdw>
                </a:effectLst>
              </a:rPr>
              <a:t> </a:t>
            </a:r>
            <a:r>
              <a:rPr sz="2400" cap="none" dirty="0" err="1">
                <a:effectLst>
                  <a:outerShdw blurRad="38100" dist="38100" dir="2700000" algn="tl">
                    <a:srgbClr val="000000">
                      <a:alpha val="43137"/>
                    </a:srgbClr>
                  </a:outerShdw>
                </a:effectLst>
              </a:rPr>
              <a:t>muslim</a:t>
            </a:r>
            <a:r>
              <a:rPr sz="2400" cap="none" dirty="0">
                <a:effectLst>
                  <a:outerShdw blurRad="38100" dist="38100" dir="2700000" algn="tl">
                    <a:srgbClr val="000000">
                      <a:alpha val="43137"/>
                    </a:srgbClr>
                  </a:outerShdw>
                </a:effectLst>
              </a:rPr>
              <a:t> </a:t>
            </a:r>
            <a:r>
              <a:rPr sz="2400" cap="none" dirty="0" err="1">
                <a:effectLst>
                  <a:outerShdw blurRad="38100" dist="38100" dir="2700000" algn="tl">
                    <a:srgbClr val="000000">
                      <a:alpha val="43137"/>
                    </a:srgbClr>
                  </a:outerShdw>
                </a:effectLst>
              </a:rPr>
              <a:t>dan</a:t>
            </a:r>
            <a:r>
              <a:rPr sz="2400" cap="none" dirty="0">
                <a:effectLst>
                  <a:outerShdw blurRad="38100" dist="38100" dir="2700000" algn="tl">
                    <a:srgbClr val="000000">
                      <a:alpha val="43137"/>
                    </a:srgbClr>
                  </a:outerShdw>
                </a:effectLst>
              </a:rPr>
              <a:t> </a:t>
            </a:r>
            <a:r>
              <a:rPr sz="2400" cap="none" dirty="0" err="1">
                <a:effectLst>
                  <a:outerShdw blurRad="38100" dist="38100" dir="2700000" algn="tl">
                    <a:srgbClr val="000000">
                      <a:alpha val="43137"/>
                    </a:srgbClr>
                  </a:outerShdw>
                </a:effectLst>
              </a:rPr>
              <a:t>muslimah</a:t>
            </a:r>
            <a:r>
              <a:rPr sz="2400" cap="none" dirty="0">
                <a:effectLst>
                  <a:outerShdw blurRad="38100" dist="38100" dir="2700000" algn="tl">
                    <a:srgbClr val="000000">
                      <a:alpha val="43137"/>
                    </a:srgbClr>
                  </a:outerShdw>
                </a:effectLst>
              </a:rPr>
              <a:t> </a:t>
            </a:r>
            <a:r>
              <a:rPr sz="2400" cap="none" dirty="0" err="1">
                <a:effectLst>
                  <a:outerShdw blurRad="38100" dist="38100" dir="2700000" algn="tl">
                    <a:srgbClr val="000000">
                      <a:alpha val="43137"/>
                    </a:srgbClr>
                  </a:outerShdw>
                </a:effectLst>
              </a:rPr>
              <a:t>dalam</a:t>
            </a:r>
            <a:r>
              <a:rPr sz="2400" cap="none" dirty="0">
                <a:effectLst>
                  <a:outerShdw blurRad="38100" dist="38100" dir="2700000" algn="tl">
                    <a:srgbClr val="000000">
                      <a:alpha val="43137"/>
                    </a:srgbClr>
                  </a:outerShdw>
                </a:effectLst>
              </a:rPr>
              <a:t> </a:t>
            </a:r>
            <a:r>
              <a:rPr sz="2400" cap="none" dirty="0" err="1">
                <a:effectLst>
                  <a:outerShdw blurRad="38100" dist="38100" dir="2700000" algn="tl">
                    <a:srgbClr val="000000">
                      <a:alpha val="43137"/>
                    </a:srgbClr>
                  </a:outerShdw>
                </a:effectLst>
              </a:rPr>
              <a:t>kehidupannya</a:t>
            </a:r>
            <a:r>
              <a:rPr sz="2400" cap="none" dirty="0">
                <a:effectLst>
                  <a:outerShdw blurRad="38100" dist="38100" dir="2700000" algn="tl">
                    <a:srgbClr val="000000">
                      <a:alpha val="43137"/>
                    </a:srgbClr>
                  </a:outerShdw>
                </a:effectLst>
              </a:rPr>
              <a:t>. </a:t>
            </a:r>
            <a:br>
              <a:rPr lang="id-ID" sz="2400" cap="none" dirty="0">
                <a:effectLst>
                  <a:outerShdw blurRad="38100" dist="38100" dir="2700000" algn="tl">
                    <a:srgbClr val="000000">
                      <a:alpha val="43137"/>
                    </a:srgbClr>
                  </a:outerShdw>
                </a:effectLst>
              </a:rPr>
            </a:br>
            <a:br>
              <a:rPr lang="id-ID" sz="2400" cap="none" dirty="0">
                <a:effectLst>
                  <a:outerShdw blurRad="38100" dist="38100" dir="2700000" algn="tl">
                    <a:srgbClr val="000000">
                      <a:alpha val="43137"/>
                    </a:srgbClr>
                  </a:outerShdw>
                </a:effectLst>
              </a:rPr>
            </a:br>
            <a:r>
              <a:rPr sz="2400" cap="none" dirty="0" err="1">
                <a:effectLst>
                  <a:outerShdw blurRad="38100" dist="38100" dir="2700000" algn="tl">
                    <a:srgbClr val="000000">
                      <a:alpha val="43137"/>
                    </a:srgbClr>
                  </a:outerShdw>
                </a:effectLst>
              </a:rPr>
              <a:t>Kerangka</a:t>
            </a:r>
            <a:r>
              <a:rPr sz="2400" cap="none" dirty="0">
                <a:effectLst>
                  <a:outerShdw blurRad="38100" dist="38100" dir="2700000" algn="tl">
                    <a:srgbClr val="000000">
                      <a:alpha val="43137"/>
                    </a:srgbClr>
                  </a:outerShdw>
                </a:effectLst>
              </a:rPr>
              <a:t> </a:t>
            </a:r>
            <a:r>
              <a:rPr sz="2400" cap="none" dirty="0" err="1">
                <a:effectLst>
                  <a:outerShdw blurRad="38100" dist="38100" dir="2700000" algn="tl">
                    <a:srgbClr val="000000">
                      <a:alpha val="43137"/>
                    </a:srgbClr>
                  </a:outerShdw>
                </a:effectLst>
              </a:rPr>
              <a:t>dasar</a:t>
            </a:r>
            <a:r>
              <a:rPr sz="2400" cap="none" dirty="0">
                <a:effectLst>
                  <a:outerShdw blurRad="38100" dist="38100" dir="2700000" algn="tl">
                    <a:srgbClr val="000000">
                      <a:alpha val="43137"/>
                    </a:srgbClr>
                  </a:outerShdw>
                </a:effectLst>
              </a:rPr>
              <a:t> </a:t>
            </a:r>
            <a:r>
              <a:rPr sz="2400" cap="none" dirty="0" err="1">
                <a:effectLst>
                  <a:outerShdw blurRad="38100" dist="38100" dir="2700000" algn="tl">
                    <a:srgbClr val="000000">
                      <a:alpha val="43137"/>
                    </a:srgbClr>
                  </a:outerShdw>
                </a:effectLst>
              </a:rPr>
              <a:t>islam</a:t>
            </a:r>
            <a:r>
              <a:rPr sz="2400" cap="none" dirty="0">
                <a:effectLst>
                  <a:outerShdw blurRad="38100" dist="38100" dir="2700000" algn="tl">
                    <a:srgbClr val="000000">
                      <a:alpha val="43137"/>
                    </a:srgbClr>
                  </a:outerShdw>
                </a:effectLst>
              </a:rPr>
              <a:t> </a:t>
            </a:r>
            <a:r>
              <a:rPr sz="2400" cap="none" dirty="0" err="1">
                <a:effectLst>
                  <a:outerShdw blurRad="38100" dist="38100" dir="2700000" algn="tl">
                    <a:srgbClr val="000000">
                      <a:alpha val="43137"/>
                    </a:srgbClr>
                  </a:outerShdw>
                </a:effectLst>
              </a:rPr>
              <a:t>terdiri</a:t>
            </a:r>
            <a:r>
              <a:rPr sz="2400" cap="none" dirty="0">
                <a:effectLst>
                  <a:outerShdw blurRad="38100" dist="38100" dir="2700000" algn="tl">
                    <a:srgbClr val="000000">
                      <a:alpha val="43137"/>
                    </a:srgbClr>
                  </a:outerShdw>
                </a:effectLst>
              </a:rPr>
              <a:t> </a:t>
            </a:r>
            <a:r>
              <a:rPr lang="id-ID" sz="2400" cap="none" dirty="0">
                <a:effectLst>
                  <a:outerShdw blurRad="38100" dist="38100" dir="2700000" algn="tl">
                    <a:srgbClr val="000000">
                      <a:alpha val="43137"/>
                    </a:srgbClr>
                  </a:outerShdw>
                </a:effectLst>
              </a:rPr>
              <a:t>dari</a:t>
            </a:r>
            <a:r>
              <a:rPr sz="2400" cap="none" dirty="0">
                <a:effectLst>
                  <a:outerShdw blurRad="38100" dist="38100" dir="2700000" algn="tl">
                    <a:srgbClr val="000000">
                      <a:alpha val="43137"/>
                    </a:srgbClr>
                  </a:outerShdw>
                </a:effectLst>
              </a:rPr>
              <a:t> </a:t>
            </a:r>
            <a:r>
              <a:rPr sz="2400" u="sng" cap="none" dirty="0" err="1">
                <a:effectLst>
                  <a:outerShdw blurRad="38100" dist="38100" dir="2700000" algn="tl">
                    <a:srgbClr val="000000">
                      <a:alpha val="43137"/>
                    </a:srgbClr>
                  </a:outerShdw>
                </a:effectLst>
              </a:rPr>
              <a:t>aqidah</a:t>
            </a:r>
            <a:r>
              <a:rPr sz="2400" u="sng" cap="none" dirty="0">
                <a:effectLst>
                  <a:outerShdw blurRad="38100" dist="38100" dir="2700000" algn="tl">
                    <a:srgbClr val="000000">
                      <a:alpha val="43137"/>
                    </a:srgbClr>
                  </a:outerShdw>
                </a:effectLst>
              </a:rPr>
              <a:t>, </a:t>
            </a:r>
            <a:r>
              <a:rPr sz="2400" u="sng" cap="none" dirty="0" err="1">
                <a:effectLst>
                  <a:outerShdw blurRad="38100" dist="38100" dir="2700000" algn="tl">
                    <a:srgbClr val="000000">
                      <a:alpha val="43137"/>
                    </a:srgbClr>
                  </a:outerShdw>
                </a:effectLst>
              </a:rPr>
              <a:t>syar</a:t>
            </a:r>
            <a:r>
              <a:rPr lang="id-ID" sz="2400" u="sng" cap="none" dirty="0">
                <a:effectLst>
                  <a:outerShdw blurRad="38100" dist="38100" dir="2700000" algn="tl">
                    <a:srgbClr val="000000">
                      <a:alpha val="43137"/>
                    </a:srgbClr>
                  </a:outerShdw>
                </a:effectLst>
              </a:rPr>
              <a:t>i’</a:t>
            </a:r>
            <a:r>
              <a:rPr sz="2400" u="sng" cap="none" dirty="0">
                <a:effectLst>
                  <a:outerShdw blurRad="38100" dist="38100" dir="2700000" algn="tl">
                    <a:srgbClr val="000000">
                      <a:alpha val="43137"/>
                    </a:srgbClr>
                  </a:outerShdw>
                </a:effectLst>
              </a:rPr>
              <a:t>ah </a:t>
            </a:r>
            <a:r>
              <a:rPr sz="2400" u="sng" cap="none" dirty="0" err="1">
                <a:effectLst>
                  <a:outerShdw blurRad="38100" dist="38100" dir="2700000" algn="tl">
                    <a:srgbClr val="000000">
                      <a:alpha val="43137"/>
                    </a:srgbClr>
                  </a:outerShdw>
                </a:effectLst>
              </a:rPr>
              <a:t>dan</a:t>
            </a:r>
            <a:r>
              <a:rPr sz="2400" u="sng" cap="none" dirty="0">
                <a:effectLst>
                  <a:outerShdw blurRad="38100" dist="38100" dir="2700000" algn="tl">
                    <a:srgbClr val="000000">
                      <a:alpha val="43137"/>
                    </a:srgbClr>
                  </a:outerShdw>
                </a:effectLst>
              </a:rPr>
              <a:t> </a:t>
            </a:r>
            <a:r>
              <a:rPr sz="2400" u="sng" cap="none" dirty="0" err="1">
                <a:effectLst>
                  <a:outerShdw blurRad="38100" dist="38100" dir="2700000" algn="tl">
                    <a:srgbClr val="000000">
                      <a:alpha val="43137"/>
                    </a:srgbClr>
                  </a:outerShdw>
                </a:effectLst>
              </a:rPr>
              <a:t>akhlak</a:t>
            </a:r>
            <a:r>
              <a:rPr sz="2400" u="sng" cap="none" dirty="0">
                <a:effectLst>
                  <a:outerShdw blurRad="38100" dist="38100" dir="2700000" algn="tl">
                    <a:srgbClr val="000000">
                      <a:alpha val="43137"/>
                    </a:srgbClr>
                  </a:outerShdw>
                </a:effectLst>
              </a:rPr>
              <a:t>.</a:t>
            </a:r>
            <a:endParaRPr lang="id-ID" sz="2400" u="sng" cap="none" dirty="0">
              <a:effectLst>
                <a:outerShdw blurRad="38100" dist="38100" dir="2700000" algn="tl">
                  <a:srgbClr val="000000">
                    <a:alpha val="43137"/>
                  </a:srgbClr>
                </a:outerShdw>
              </a:effectLst>
            </a:endParaRPr>
          </a:p>
        </p:txBody>
      </p:sp>
      <p:pic>
        <p:nvPicPr>
          <p:cNvPr id="1026" name="Picture 2" descr="C:\Program Files (x86)\Microsoft Office\MEDIA\OFFICE12\Bullets\BD10265_.gif"/>
          <p:cNvPicPr>
            <a:picLocks noChangeAspect="1" noChangeArrowheads="1"/>
          </p:cNvPicPr>
          <p:nvPr/>
        </p:nvPicPr>
        <p:blipFill>
          <a:blip r:embed="rId2"/>
          <a:srcRect/>
          <a:stretch>
            <a:fillRect/>
          </a:stretch>
        </p:blipFill>
        <p:spPr bwMode="auto">
          <a:xfrm flipH="1">
            <a:off x="214282" y="1728343"/>
            <a:ext cx="214314" cy="214314"/>
          </a:xfrm>
          <a:prstGeom prst="rect">
            <a:avLst/>
          </a:prstGeom>
          <a:noFill/>
        </p:spPr>
      </p:pic>
      <p:pic>
        <p:nvPicPr>
          <p:cNvPr id="5" name="Picture 2" descr="C:\Program Files (x86)\Microsoft Office\MEDIA\OFFICE12\Bullets\BD10265_.gif"/>
          <p:cNvPicPr>
            <a:picLocks noChangeAspect="1" noChangeArrowheads="1"/>
          </p:cNvPicPr>
          <p:nvPr/>
        </p:nvPicPr>
        <p:blipFill>
          <a:blip r:embed="rId2"/>
          <a:srcRect/>
          <a:stretch>
            <a:fillRect/>
          </a:stretch>
        </p:blipFill>
        <p:spPr bwMode="auto">
          <a:xfrm flipH="1">
            <a:off x="214282" y="3544166"/>
            <a:ext cx="214314" cy="214314"/>
          </a:xfrm>
          <a:prstGeom prst="rect">
            <a:avLst/>
          </a:prstGeom>
          <a:noFill/>
        </p:spPr>
      </p:pic>
      <p:pic>
        <p:nvPicPr>
          <p:cNvPr id="6" name="Picture 2" descr="C:\Program Files (x86)\Microsoft Office\MEDIA\OFFICE12\Bullets\BD10265_.gif"/>
          <p:cNvPicPr>
            <a:picLocks noChangeAspect="1" noChangeArrowheads="1"/>
          </p:cNvPicPr>
          <p:nvPr/>
        </p:nvPicPr>
        <p:blipFill>
          <a:blip r:embed="rId2"/>
          <a:srcRect/>
          <a:stretch>
            <a:fillRect/>
          </a:stretch>
        </p:blipFill>
        <p:spPr bwMode="auto">
          <a:xfrm flipH="1">
            <a:off x="214282" y="5028346"/>
            <a:ext cx="214314" cy="214314"/>
          </a:xfrm>
          <a:prstGeom prst="rect">
            <a:avLst/>
          </a:prstGeom>
          <a:noFill/>
        </p:spPr>
      </p:pic>
      <p:sp>
        <p:nvSpPr>
          <p:cNvPr id="8" name="Title 1"/>
          <p:cNvSpPr txBox="1">
            <a:spLocks/>
          </p:cNvSpPr>
          <p:nvPr/>
        </p:nvSpPr>
        <p:spPr>
          <a:xfrm>
            <a:off x="457200" y="274638"/>
            <a:ext cx="4329114" cy="868346"/>
          </a:xfrm>
          <a:prstGeom prst="rect">
            <a:avLst/>
          </a:prstGeom>
        </p:spPr>
        <p:style>
          <a:lnRef idx="1">
            <a:schemeClr val="dk1"/>
          </a:lnRef>
          <a:fillRef idx="3">
            <a:schemeClr val="dk1"/>
          </a:fillRef>
          <a:effectRef idx="2">
            <a:schemeClr val="dk1"/>
          </a:effectRef>
          <a:fontRef idx="minor">
            <a:schemeClr val="lt1"/>
          </a:fontRef>
        </p:style>
        <p:txBody>
          <a:bodyPr vert="horz" lIns="45720" rIns="45720" anchor="t">
            <a:norm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id-ID" sz="4600" b="1" i="0" u="none" strike="noStrike" kern="1200" cap="all" normalizeH="0" baseline="0" noProof="0"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uLnTx/>
                <a:uFillTx/>
                <a:latin typeface="+mj-lt"/>
                <a:ea typeface="+mj-ea"/>
                <a:cs typeface="+mj-cs"/>
              </a:rPr>
              <a:t>PENDAHULUAN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ox(in)">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214282" y="1357298"/>
            <a:ext cx="4500594" cy="2214578"/>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id-ID"/>
          </a:p>
        </p:txBody>
      </p:sp>
      <p:sp>
        <p:nvSpPr>
          <p:cNvPr id="2" name="Title 1"/>
          <p:cNvSpPr>
            <a:spLocks noGrp="1"/>
          </p:cNvSpPr>
          <p:nvPr>
            <p:ph type="title"/>
          </p:nvPr>
        </p:nvSpPr>
        <p:spPr/>
        <p:txBody>
          <a:bodyPr/>
          <a:lstStyle/>
          <a:p>
            <a:r>
              <a:rPr lang="id-ID" b="1" dirty="0"/>
              <a:t>PENDAHULUAN</a:t>
            </a:r>
          </a:p>
        </p:txBody>
      </p:sp>
      <p:sp>
        <p:nvSpPr>
          <p:cNvPr id="3" name="Content Placeholder 2"/>
          <p:cNvSpPr>
            <a:spLocks noGrp="1"/>
          </p:cNvSpPr>
          <p:nvPr>
            <p:ph idx="1"/>
          </p:nvPr>
        </p:nvSpPr>
        <p:spPr/>
        <p:txBody>
          <a:bodyPr/>
          <a:lstStyle/>
          <a:p>
            <a:pPr>
              <a:buNone/>
            </a:pPr>
            <a:r>
              <a:rPr lang="id-ID" b="1" dirty="0">
                <a:solidFill>
                  <a:srgbClr val="002060"/>
                </a:solidFill>
              </a:rPr>
              <a:t>Sumber Agama Islam:</a:t>
            </a:r>
          </a:p>
          <a:p>
            <a:pPr>
              <a:buNone/>
            </a:pPr>
            <a:r>
              <a:rPr lang="id-ID" b="1" dirty="0">
                <a:solidFill>
                  <a:srgbClr val="002060"/>
                </a:solidFill>
              </a:rPr>
              <a:t>● Al-Qur’an</a:t>
            </a:r>
          </a:p>
          <a:p>
            <a:pPr>
              <a:buNone/>
            </a:pPr>
            <a:r>
              <a:rPr lang="id-ID" b="1" dirty="0">
                <a:solidFill>
                  <a:srgbClr val="002060"/>
                </a:solidFill>
              </a:rPr>
              <a:t>● Al-Hadist</a:t>
            </a:r>
          </a:p>
          <a:p>
            <a:pPr>
              <a:buNone/>
            </a:pPr>
            <a:endParaRPr lang="id-ID" dirty="0"/>
          </a:p>
        </p:txBody>
      </p:sp>
      <p:sp>
        <p:nvSpPr>
          <p:cNvPr id="5" name="Down Arrow 4"/>
          <p:cNvSpPr/>
          <p:nvPr/>
        </p:nvSpPr>
        <p:spPr>
          <a:xfrm rot="16200000">
            <a:off x="5138057" y="1923353"/>
            <a:ext cx="488629" cy="109390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TextBox 5"/>
          <p:cNvSpPr txBox="1"/>
          <p:nvPr/>
        </p:nvSpPr>
        <p:spPr>
          <a:xfrm>
            <a:off x="6286512" y="1928802"/>
            <a:ext cx="2214578" cy="1354217"/>
          </a:xfrm>
          <a:prstGeom prst="rect">
            <a:avLst/>
          </a:prstGeom>
          <a:solidFill>
            <a:schemeClr val="accent5">
              <a:lumMod val="75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square" rtlCol="0">
            <a:spAutoFit/>
          </a:bodyPr>
          <a:lstStyle/>
          <a:p>
            <a:endParaRPr lang="id-ID" b="1" dirty="0">
              <a:effectLst>
                <a:outerShdw blurRad="38100" dist="38100" dir="2700000" algn="tl">
                  <a:srgbClr val="000000">
                    <a:alpha val="43137"/>
                  </a:srgbClr>
                </a:outerShdw>
              </a:effectLst>
              <a:latin typeface="Courier New" pitchFamily="49" charset="0"/>
              <a:cs typeface="Courier New" pitchFamily="49" charset="0"/>
            </a:endParaRPr>
          </a:p>
          <a:p>
            <a:r>
              <a:rPr lang="id-ID" b="1" dirty="0">
                <a:effectLst>
                  <a:outerShdw blurRad="38100" dist="38100" dir="2700000" algn="tl">
                    <a:srgbClr val="000000">
                      <a:alpha val="43137"/>
                    </a:srgbClr>
                  </a:outerShdw>
                </a:effectLst>
                <a:latin typeface="Courier New" pitchFamily="49" charset="0"/>
                <a:cs typeface="Courier New" pitchFamily="49" charset="0"/>
              </a:rPr>
              <a:t>KOMPONEN AGAMA </a:t>
            </a:r>
          </a:p>
          <a:p>
            <a:r>
              <a:rPr lang="id-ID" b="1" dirty="0">
                <a:effectLst>
                  <a:outerShdw blurRad="38100" dist="38100" dir="2700000" algn="tl">
                    <a:srgbClr val="000000">
                      <a:alpha val="43137"/>
                    </a:srgbClr>
                  </a:outerShdw>
                </a:effectLst>
                <a:latin typeface="Courier New" pitchFamily="49" charset="0"/>
                <a:cs typeface="Courier New" pitchFamily="49" charset="0"/>
              </a:rPr>
              <a:t>     </a:t>
            </a:r>
            <a:r>
              <a:rPr lang="id-ID" sz="2800" b="1" dirty="0">
                <a:effectLst>
                  <a:outerShdw blurRad="38100" dist="38100" dir="2700000" algn="tl">
                    <a:srgbClr val="000000">
                      <a:alpha val="43137"/>
                    </a:srgbClr>
                  </a:outerShdw>
                </a:effectLst>
                <a:latin typeface="Courier New" pitchFamily="49" charset="0"/>
                <a:cs typeface="Courier New" pitchFamily="49" charset="0"/>
              </a:rPr>
              <a:t>ISLAM</a:t>
            </a:r>
          </a:p>
          <a:p>
            <a:endParaRPr lang="id-ID" b="1" dirty="0">
              <a:effectLst>
                <a:outerShdw blurRad="38100" dist="38100" dir="2700000" algn="tl">
                  <a:srgbClr val="000000">
                    <a:alpha val="43137"/>
                  </a:srgbClr>
                </a:outerShdw>
              </a:effectLst>
              <a:latin typeface="Courier New" pitchFamily="49" charset="0"/>
              <a:cs typeface="Courier New" pitchFamily="49" charset="0"/>
            </a:endParaRPr>
          </a:p>
        </p:txBody>
      </p:sp>
      <p:sp>
        <p:nvSpPr>
          <p:cNvPr id="7" name="Down Arrow 6"/>
          <p:cNvSpPr/>
          <p:nvPr/>
        </p:nvSpPr>
        <p:spPr>
          <a:xfrm>
            <a:off x="7232092" y="3406665"/>
            <a:ext cx="488629" cy="109390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ound Diagonal Corner Rectangle 8"/>
          <p:cNvSpPr/>
          <p:nvPr/>
        </p:nvSpPr>
        <p:spPr>
          <a:xfrm>
            <a:off x="5572132" y="4714884"/>
            <a:ext cx="3214710" cy="1928826"/>
          </a:xfrm>
          <a:prstGeom prst="round2DiagRect">
            <a:avLst/>
          </a:prstGeom>
          <a:ln>
            <a:solidFill>
              <a:srgbClr val="FF0000"/>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id-ID" sz="2800" b="1" spc="300" dirty="0">
                <a:effectLst>
                  <a:outerShdw blurRad="38100" dist="38100" dir="2700000" algn="tl">
                    <a:srgbClr val="000000">
                      <a:alpha val="43137"/>
                    </a:srgbClr>
                  </a:outerShdw>
                </a:effectLst>
              </a:rPr>
              <a:t>Kerangka Dasar Agama Islam</a:t>
            </a:r>
          </a:p>
        </p:txBody>
      </p:sp>
      <p:graphicFrame>
        <p:nvGraphicFramePr>
          <p:cNvPr id="11" name="Diagram 10"/>
          <p:cNvGraphicFramePr/>
          <p:nvPr/>
        </p:nvGraphicFramePr>
        <p:xfrm>
          <a:off x="642910" y="4540272"/>
          <a:ext cx="3929090" cy="23891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2" name="Down Arrow 11"/>
          <p:cNvSpPr/>
          <p:nvPr/>
        </p:nvSpPr>
        <p:spPr>
          <a:xfrm rot="5400000">
            <a:off x="4374572" y="5269502"/>
            <a:ext cx="488629" cy="109390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Down Arrow 12"/>
          <p:cNvSpPr/>
          <p:nvPr/>
        </p:nvSpPr>
        <p:spPr>
          <a:xfrm rot="10800000">
            <a:off x="2357420" y="3714752"/>
            <a:ext cx="488629" cy="78581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5" repeatCount="indefinite"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checkerboard(down)">
                                      <p:cBhvr>
                                        <p:cTn id="12" dur="50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500" fill="hold"/>
                                        <p:tgtEl>
                                          <p:spTgt spid="6"/>
                                        </p:tgtEl>
                                        <p:attrNameLst>
                                          <p:attrName>ppt_x</p:attrName>
                                        </p:attrNameLst>
                                      </p:cBhvr>
                                      <p:tavLst>
                                        <p:tav tm="0">
                                          <p:val>
                                            <p:strVal val="#ppt_x"/>
                                          </p:val>
                                        </p:tav>
                                        <p:tav tm="100000">
                                          <p:val>
                                            <p:strVal val="#ppt_x"/>
                                          </p:val>
                                        </p:tav>
                                      </p:tavLst>
                                    </p:anim>
                                    <p:anim calcmode="lin" valueType="num">
                                      <p:cBhvr additive="base">
                                        <p:cTn id="2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additive="base">
                                        <p:cTn id="29" dur="500" fill="hold"/>
                                        <p:tgtEl>
                                          <p:spTgt spid="7"/>
                                        </p:tgtEl>
                                        <p:attrNameLst>
                                          <p:attrName>ppt_x</p:attrName>
                                        </p:attrNameLst>
                                      </p:cBhvr>
                                      <p:tavLst>
                                        <p:tav tm="0">
                                          <p:val>
                                            <p:strVal val="#ppt_x"/>
                                          </p:val>
                                        </p:tav>
                                        <p:tav tm="100000">
                                          <p:val>
                                            <p:strVal val="#ppt_x"/>
                                          </p:val>
                                        </p:tav>
                                      </p:tavLst>
                                    </p:anim>
                                    <p:anim calcmode="lin" valueType="num">
                                      <p:cBhvr additive="base">
                                        <p:cTn id="3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blinds(horizontal)">
                                      <p:cBhvr>
                                        <p:cTn id="35" dur="500"/>
                                        <p:tgtEl>
                                          <p:spTgt spid="9"/>
                                        </p:tgtEl>
                                      </p:cBhvr>
                                    </p:animEffect>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12"/>
                                        </p:tgtEl>
                                        <p:attrNameLst>
                                          <p:attrName>style.visibility</p:attrName>
                                        </p:attrNameLst>
                                      </p:cBhvr>
                                      <p:to>
                                        <p:strVal val="visible"/>
                                      </p:to>
                                    </p:set>
                                    <p:anim calcmode="lin" valueType="num">
                                      <p:cBhvr additive="base">
                                        <p:cTn id="40" dur="500" fill="hold"/>
                                        <p:tgtEl>
                                          <p:spTgt spid="12"/>
                                        </p:tgtEl>
                                        <p:attrNameLst>
                                          <p:attrName>ppt_x</p:attrName>
                                        </p:attrNameLst>
                                      </p:cBhvr>
                                      <p:tavLst>
                                        <p:tav tm="0">
                                          <p:val>
                                            <p:strVal val="#ppt_x"/>
                                          </p:val>
                                        </p:tav>
                                        <p:tav tm="100000">
                                          <p:val>
                                            <p:strVal val="#ppt_x"/>
                                          </p:val>
                                        </p:tav>
                                      </p:tavLst>
                                    </p:anim>
                                    <p:anim calcmode="lin" valueType="num">
                                      <p:cBhvr additive="base">
                                        <p:cTn id="41"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 presetClass="entr" presetSubtype="16" fill="hold" grpId="0" nodeType="click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box(in)">
                                      <p:cBhvr>
                                        <p:cTn id="46" dur="500"/>
                                        <p:tgtEl>
                                          <p:spTgt spid="11"/>
                                        </p:tgtEl>
                                      </p:cBhvr>
                                    </p:animEffect>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13"/>
                                        </p:tgtEl>
                                        <p:attrNameLst>
                                          <p:attrName>style.visibility</p:attrName>
                                        </p:attrNameLst>
                                      </p:cBhvr>
                                      <p:to>
                                        <p:strVal val="visible"/>
                                      </p:to>
                                    </p:set>
                                    <p:anim calcmode="lin" valueType="num">
                                      <p:cBhvr additive="base">
                                        <p:cTn id="51" dur="500" fill="hold"/>
                                        <p:tgtEl>
                                          <p:spTgt spid="13"/>
                                        </p:tgtEl>
                                        <p:attrNameLst>
                                          <p:attrName>ppt_x</p:attrName>
                                        </p:attrNameLst>
                                      </p:cBhvr>
                                      <p:tavLst>
                                        <p:tav tm="0">
                                          <p:val>
                                            <p:strVal val="#ppt_x"/>
                                          </p:val>
                                        </p:tav>
                                        <p:tav tm="100000">
                                          <p:val>
                                            <p:strVal val="#ppt_x"/>
                                          </p:val>
                                        </p:tav>
                                      </p:tavLst>
                                    </p:anim>
                                    <p:anim calcmode="lin" valueType="num">
                                      <p:cBhvr additive="base">
                                        <p:cTn id="5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 grpId="0"/>
      <p:bldP spid="5" grpId="0" animBg="1"/>
      <p:bldP spid="6" grpId="0" animBg="1"/>
      <p:bldP spid="7" grpId="0" animBg="1"/>
      <p:bldP spid="9" grpId="0" animBg="1"/>
      <p:bldGraphic spid="11" grpId="0">
        <p:bldAsOne/>
      </p:bldGraphic>
      <p:bldP spid="12" grpId="0" animBg="1"/>
      <p:bldP spid="1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57224" y="2071678"/>
            <a:ext cx="6786610" cy="3687066"/>
          </a:xfrm>
        </p:spPr>
        <p:txBody>
          <a:bodyPr>
            <a:noAutofit/>
          </a:bodyPr>
          <a:lstStyle/>
          <a:p>
            <a:pPr algn="l"/>
            <a:r>
              <a:rPr lang="id-ID" sz="2800" cap="none" dirty="0"/>
              <a:t>Rumusan masalah dari makalah ini adalah sebagai berikut</a:t>
            </a:r>
            <a:r>
              <a:rPr sz="2800" cap="none" dirty="0"/>
              <a:t> :</a:t>
            </a:r>
            <a:br>
              <a:rPr lang="id-ID" sz="2800" cap="none" dirty="0"/>
            </a:br>
            <a:br>
              <a:rPr lang="id-ID" sz="2800" cap="none" dirty="0"/>
            </a:br>
            <a:r>
              <a:rPr lang="id-ID" sz="2800" cap="none" dirty="0"/>
              <a:t>1. </a:t>
            </a:r>
            <a:r>
              <a:rPr sz="2800" cap="none" dirty="0" err="1"/>
              <a:t>Penjelasan</a:t>
            </a:r>
            <a:r>
              <a:rPr sz="2800" cap="none" dirty="0"/>
              <a:t> </a:t>
            </a:r>
            <a:r>
              <a:rPr lang="id-ID" sz="2800" cap="none" dirty="0"/>
              <a:t>k</a:t>
            </a:r>
            <a:r>
              <a:rPr sz="2800" cap="none" dirty="0" err="1"/>
              <a:t>erangka</a:t>
            </a:r>
            <a:r>
              <a:rPr sz="2800" cap="none" dirty="0"/>
              <a:t> </a:t>
            </a:r>
            <a:r>
              <a:rPr sz="2800" cap="none" dirty="0" err="1"/>
              <a:t>dasar</a:t>
            </a:r>
            <a:r>
              <a:rPr sz="2800" cap="none" dirty="0"/>
              <a:t> agama </a:t>
            </a:r>
            <a:r>
              <a:rPr sz="2800" cap="none" dirty="0" err="1"/>
              <a:t>islam</a:t>
            </a:r>
            <a:r>
              <a:rPr sz="2800" cap="none" dirty="0"/>
              <a:t>?</a:t>
            </a:r>
            <a:br>
              <a:rPr lang="id-ID" sz="2800" cap="none" dirty="0"/>
            </a:br>
            <a:r>
              <a:rPr lang="id-ID" sz="2800" cap="none" dirty="0"/>
              <a:t>2. Apa pengertian dari aqidah?</a:t>
            </a:r>
            <a:br>
              <a:rPr lang="id-ID" sz="2800" cap="none" dirty="0"/>
            </a:br>
            <a:r>
              <a:rPr lang="id-ID" sz="2800" cap="none" dirty="0"/>
              <a:t>3. Apa pengertian dari syari’ah?</a:t>
            </a:r>
            <a:br>
              <a:rPr lang="id-ID" sz="2800" cap="none" dirty="0"/>
            </a:br>
            <a:r>
              <a:rPr lang="id-ID" sz="2800" cap="none" dirty="0"/>
              <a:t>4. Apa pengertian dari akhlaq</a:t>
            </a:r>
            <a:endParaRPr lang="id-ID" sz="2800" u="sng" cap="none" dirty="0">
              <a:effectLst>
                <a:outerShdw blurRad="38100" dist="38100" dir="2700000" algn="tl">
                  <a:srgbClr val="000000">
                    <a:alpha val="43137"/>
                  </a:srgbClr>
                </a:outerShdw>
              </a:effectLst>
            </a:endParaRPr>
          </a:p>
        </p:txBody>
      </p:sp>
      <p:sp>
        <p:nvSpPr>
          <p:cNvPr id="8" name="Title 1"/>
          <p:cNvSpPr txBox="1">
            <a:spLocks/>
          </p:cNvSpPr>
          <p:nvPr/>
        </p:nvSpPr>
        <p:spPr>
          <a:xfrm>
            <a:off x="457200" y="274638"/>
            <a:ext cx="4829180" cy="868346"/>
          </a:xfrm>
          <a:prstGeom prst="rect">
            <a:avLst/>
          </a:prstGeom>
        </p:spPr>
        <p:style>
          <a:lnRef idx="1">
            <a:schemeClr val="dk1"/>
          </a:lnRef>
          <a:fillRef idx="3">
            <a:schemeClr val="dk1"/>
          </a:fillRef>
          <a:effectRef idx="2">
            <a:schemeClr val="dk1"/>
          </a:effectRef>
          <a:fontRef idx="minor">
            <a:schemeClr val="lt1"/>
          </a:fontRef>
        </p:style>
        <p:txBody>
          <a:bodyPr vert="horz" lIns="45720" rIns="45720" anchor="t">
            <a:norm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marL="0" marR="0" lvl="0" indent="0" defTabSz="914400" rtl="0" eaLnBrk="1" fontAlgn="auto" latinLnBrk="0" hangingPunct="1">
              <a:lnSpc>
                <a:spcPct val="100000"/>
              </a:lnSpc>
              <a:spcBef>
                <a:spcPct val="0"/>
              </a:spcBef>
              <a:spcAft>
                <a:spcPts val="0"/>
              </a:spcAft>
              <a:buClrTx/>
              <a:buSzTx/>
              <a:buFontTx/>
              <a:buNone/>
              <a:tabLst/>
              <a:defRPr/>
            </a:pPr>
            <a:r>
              <a:rPr lang="id-ID" sz="4600" b="1"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latin typeface="+mj-lt"/>
                <a:ea typeface="+mj-ea"/>
                <a:cs typeface="+mj-cs"/>
              </a:rPr>
              <a:t>Rumusan Masalah</a:t>
            </a:r>
            <a:endParaRPr kumimoji="0" lang="id-ID" sz="4600" b="1" i="0" u="none" strike="noStrike" kern="1200" normalizeH="0" noProof="0"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uLnTx/>
              <a:uFillTx/>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ox(in)">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57224" y="2071678"/>
            <a:ext cx="7143800" cy="3786214"/>
          </a:xfrm>
        </p:spPr>
        <p:txBody>
          <a:bodyPr>
            <a:noAutofit/>
          </a:bodyPr>
          <a:lstStyle/>
          <a:p>
            <a:pPr algn="l"/>
            <a:r>
              <a:rPr lang="id-ID" sz="4000" cap="none" dirty="0">
                <a:effectLst>
                  <a:outerShdw blurRad="38100" dist="38100" dir="2700000" algn="tl">
                    <a:srgbClr val="000000">
                      <a:alpha val="43137"/>
                    </a:srgbClr>
                  </a:outerShdw>
                </a:effectLst>
              </a:rPr>
              <a:t>Makalah  ini bertujuan untuk memahami materi tentang “Kerangka Dasar Agama Islam”, sehingga dapat menerapkannya dalam kehidupan sehari-hari.</a:t>
            </a:r>
            <a:endParaRPr lang="id-ID" sz="4000" u="sng" cap="none" dirty="0">
              <a:effectLst>
                <a:outerShdw blurRad="38100" dist="38100" dir="2700000" algn="tl">
                  <a:srgbClr val="000000">
                    <a:alpha val="43137"/>
                  </a:srgbClr>
                </a:outerShdw>
              </a:effectLst>
            </a:endParaRPr>
          </a:p>
        </p:txBody>
      </p:sp>
      <p:sp>
        <p:nvSpPr>
          <p:cNvPr id="8" name="Title 1"/>
          <p:cNvSpPr txBox="1">
            <a:spLocks/>
          </p:cNvSpPr>
          <p:nvPr/>
        </p:nvSpPr>
        <p:spPr>
          <a:xfrm>
            <a:off x="457200" y="274638"/>
            <a:ext cx="2900354" cy="868346"/>
          </a:xfrm>
          <a:prstGeom prst="rect">
            <a:avLst/>
          </a:prstGeom>
        </p:spPr>
        <p:style>
          <a:lnRef idx="1">
            <a:schemeClr val="dk1"/>
          </a:lnRef>
          <a:fillRef idx="3">
            <a:schemeClr val="dk1"/>
          </a:fillRef>
          <a:effectRef idx="2">
            <a:schemeClr val="dk1"/>
          </a:effectRef>
          <a:fontRef idx="minor">
            <a:schemeClr val="lt1"/>
          </a:fontRef>
        </p:style>
        <p:txBody>
          <a:bodyPr vert="horz" lIns="45720" rIns="45720" anchor="t">
            <a:no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id-ID" sz="5400" b="1" i="0" u="none" strike="noStrike" kern="1200" normalizeH="0" noProof="0"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uLnTx/>
                <a:uFillTx/>
                <a:latin typeface="+mj-lt"/>
                <a:ea typeface="+mj-ea"/>
                <a:cs typeface="+mj-cs"/>
              </a:rPr>
              <a:t>Tujuan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ox(in)">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p:cNvGraphicFramePr/>
          <p:nvPr/>
        </p:nvGraphicFramePr>
        <p:xfrm>
          <a:off x="714348" y="1357298"/>
          <a:ext cx="8143932" cy="521497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ubtitle 2"/>
          <p:cNvSpPr>
            <a:spLocks noGrp="1"/>
          </p:cNvSpPr>
          <p:nvPr>
            <p:ph type="subTitle" idx="1"/>
          </p:nvPr>
        </p:nvSpPr>
        <p:spPr>
          <a:xfrm>
            <a:off x="357158" y="214290"/>
            <a:ext cx="3214710" cy="868544"/>
          </a:xfrm>
        </p:spPr>
        <p:style>
          <a:lnRef idx="0">
            <a:schemeClr val="dk1"/>
          </a:lnRef>
          <a:fillRef idx="3">
            <a:schemeClr val="dk1"/>
          </a:fillRef>
          <a:effectRef idx="3">
            <a:schemeClr val="dk1"/>
          </a:effectRef>
          <a:fontRef idx="minor">
            <a:schemeClr val="lt1"/>
          </a:fontRef>
        </p:style>
        <p:txBody>
          <a:bodyPr>
            <a:normAutofit/>
          </a:bodyPr>
          <a:lstStyle/>
          <a:p>
            <a:pPr algn="ctr"/>
            <a:r>
              <a:rPr lang="id-ID" sz="5400" spc="600" dirty="0"/>
              <a:t>Aqidah</a:t>
            </a:r>
          </a:p>
        </p:txBody>
      </p:sp>
      <p:sp>
        <p:nvSpPr>
          <p:cNvPr id="8" name="Pie 7"/>
          <p:cNvSpPr/>
          <p:nvPr/>
        </p:nvSpPr>
        <p:spPr>
          <a:xfrm>
            <a:off x="1728335" y="3500438"/>
            <a:ext cx="2723176" cy="2915956"/>
          </a:xfrm>
          <a:prstGeom prst="pie">
            <a:avLst>
              <a:gd name="adj1" fmla="val 5400000"/>
              <a:gd name="adj2" fmla="val 16200000"/>
            </a:avLst>
          </a:prstGeom>
          <a:solidFill>
            <a:schemeClr val="accent1">
              <a:lumMod val="60000"/>
              <a:lumOff val="4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grpSp>
        <p:nvGrpSpPr>
          <p:cNvPr id="5" name="Group 4"/>
          <p:cNvGrpSpPr/>
          <p:nvPr/>
        </p:nvGrpSpPr>
        <p:grpSpPr>
          <a:xfrm>
            <a:off x="1000100" y="1643050"/>
            <a:ext cx="2157335" cy="4679873"/>
            <a:chOff x="0" y="0"/>
            <a:chExt cx="2157335" cy="4679873"/>
          </a:xfrm>
        </p:grpSpPr>
        <p:sp>
          <p:nvSpPr>
            <p:cNvPr id="6" name="Rectangle 5"/>
            <p:cNvSpPr/>
            <p:nvPr/>
          </p:nvSpPr>
          <p:spPr>
            <a:xfrm>
              <a:off x="0" y="0"/>
              <a:ext cx="2157335" cy="4679873"/>
            </a:xfrm>
            <a:prstGeom prst="rect">
              <a:avLst/>
            </a:prstGeom>
            <a:noFill/>
            <a:ln>
              <a:noFill/>
            </a:ln>
          </p:spPr>
          <p:style>
            <a:lnRef idx="2">
              <a:scrgbClr r="0" g="0" b="0"/>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sp>
        <p:sp>
          <p:nvSpPr>
            <p:cNvPr id="7" name="Rectangle 6"/>
            <p:cNvSpPr/>
            <p:nvPr/>
          </p:nvSpPr>
          <p:spPr>
            <a:xfrm>
              <a:off x="0" y="0"/>
              <a:ext cx="2157335" cy="4679873"/>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id-ID" sz="2000" kern="1200" dirty="0"/>
                <a:t>Aqidah juga dapat diartikan sejumlah kebenaran yang dapat diterima secara mudah oleh manusia berdasarkan akal, wahyu (yang didengar) dan fitrah</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p:cNvGraphicFramePr/>
          <p:nvPr/>
        </p:nvGraphicFramePr>
        <p:xfrm>
          <a:off x="714348" y="1357298"/>
          <a:ext cx="8143932" cy="521497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ubtitle 2"/>
          <p:cNvSpPr>
            <a:spLocks noGrp="1"/>
          </p:cNvSpPr>
          <p:nvPr>
            <p:ph type="subTitle" idx="1"/>
          </p:nvPr>
        </p:nvSpPr>
        <p:spPr>
          <a:xfrm>
            <a:off x="357158" y="214290"/>
            <a:ext cx="3214710" cy="868544"/>
          </a:xfrm>
        </p:spPr>
        <p:style>
          <a:lnRef idx="0">
            <a:schemeClr val="dk1"/>
          </a:lnRef>
          <a:fillRef idx="3">
            <a:schemeClr val="dk1"/>
          </a:fillRef>
          <a:effectRef idx="3">
            <a:schemeClr val="dk1"/>
          </a:effectRef>
          <a:fontRef idx="minor">
            <a:schemeClr val="lt1"/>
          </a:fontRef>
        </p:style>
        <p:txBody>
          <a:bodyPr>
            <a:normAutofit fontScale="92500"/>
          </a:bodyPr>
          <a:lstStyle/>
          <a:p>
            <a:pPr algn="ctr"/>
            <a:r>
              <a:rPr lang="id-ID" sz="5400" spc="600" dirty="0"/>
              <a:t>Syari’ah</a:t>
            </a:r>
          </a:p>
        </p:txBody>
      </p:sp>
      <p:sp>
        <p:nvSpPr>
          <p:cNvPr id="8" name="Pie 7"/>
          <p:cNvSpPr/>
          <p:nvPr/>
        </p:nvSpPr>
        <p:spPr>
          <a:xfrm>
            <a:off x="1728335" y="3500438"/>
            <a:ext cx="2723176" cy="2915956"/>
          </a:xfrm>
          <a:prstGeom prst="pie">
            <a:avLst>
              <a:gd name="adj1" fmla="val 5400000"/>
              <a:gd name="adj2" fmla="val 16200000"/>
            </a:avLst>
          </a:prstGeom>
          <a:solidFill>
            <a:schemeClr val="accent1">
              <a:lumMod val="60000"/>
              <a:lumOff val="4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026" name="Rectangle 2"/>
          <p:cNvSpPr>
            <a:spLocks noChangeArrowheads="1"/>
          </p:cNvSpPr>
          <p:nvPr/>
        </p:nvSpPr>
        <p:spPr bwMode="auto">
          <a:xfrm>
            <a:off x="1571604" y="2071678"/>
            <a:ext cx="1357290" cy="129266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1" eaLnBrk="1" fontAlgn="base" latinLnBrk="0" hangingPunct="1">
              <a:lnSpc>
                <a:spcPct val="100000"/>
              </a:lnSpc>
              <a:spcBef>
                <a:spcPct val="0"/>
              </a:spcBef>
              <a:spcAft>
                <a:spcPct val="0"/>
              </a:spcAft>
              <a:buClrTx/>
              <a:buSzTx/>
              <a:buFontTx/>
              <a:buNone/>
              <a:tabLst>
                <a:tab pos="1350963" algn="l"/>
              </a:tabLst>
            </a:pPr>
            <a:r>
              <a:rPr kumimoji="0" lang="ar-EG" sz="2600" b="0" i="0" u="none" strike="noStrike" cap="none" normalizeH="0" baseline="0" dirty="0">
                <a:ln>
                  <a:noFill/>
                </a:ln>
                <a:solidFill>
                  <a:schemeClr val="bg1"/>
                </a:solidFill>
                <a:effectLst/>
                <a:latin typeface="Calibri" pitchFamily="34" charset="0"/>
                <a:ea typeface="Times New Roman" pitchFamily="18" charset="0"/>
                <a:cs typeface="Times New Roman" pitchFamily="18" charset="0"/>
              </a:rPr>
              <a:t>لِكُلٍّ جَعَلْنَا مِنْكُمْ شِرْعَةً وَّمِنْهَاجًا</a:t>
            </a:r>
            <a:endParaRPr kumimoji="0" lang="ar-EG" sz="1800" b="0" i="0" u="none" strike="noStrike" cap="none" normalizeH="0" baseline="0" dirty="0">
              <a:ln>
                <a:noFill/>
              </a:ln>
              <a:solidFill>
                <a:schemeClr val="bg1"/>
              </a:solidFill>
              <a:effectLst/>
              <a:latin typeface="Arial" pitchFamily="34" charset="0"/>
              <a:cs typeface="Arial" pitchFamily="34" charset="0"/>
            </a:endParaRPr>
          </a:p>
        </p:txBody>
      </p:sp>
      <p:sp>
        <p:nvSpPr>
          <p:cNvPr id="10" name="Rectangle 9"/>
          <p:cNvSpPr/>
          <p:nvPr/>
        </p:nvSpPr>
        <p:spPr>
          <a:xfrm>
            <a:off x="857224" y="4143380"/>
            <a:ext cx="2214546" cy="1477328"/>
          </a:xfrm>
          <a:prstGeom prst="rect">
            <a:avLst/>
          </a:prstGeom>
        </p:spPr>
        <p:txBody>
          <a:bodyPr wrap="square">
            <a:spAutoFit/>
          </a:bodyPr>
          <a:lstStyle/>
          <a:p>
            <a:pPr algn="r"/>
            <a:r>
              <a:rPr lang="id-ID" i="1" dirty="0">
                <a:solidFill>
                  <a:schemeClr val="bg1"/>
                </a:solidFill>
              </a:rPr>
              <a:t>Untuk tiap-tiap umat diantara kamu, Kami berikan aturan dan jalan yang terang.</a:t>
            </a:r>
            <a:endParaRPr lang="id-ID" dirty="0">
              <a:solidFill>
                <a:schemeClr val="bg1"/>
              </a:solidFill>
            </a:endParaRPr>
          </a:p>
        </p:txBody>
      </p:sp>
      <p:sp>
        <p:nvSpPr>
          <p:cNvPr id="11" name="Rectangle 10"/>
          <p:cNvSpPr/>
          <p:nvPr/>
        </p:nvSpPr>
        <p:spPr>
          <a:xfrm>
            <a:off x="928662" y="3429000"/>
            <a:ext cx="1563248" cy="338554"/>
          </a:xfrm>
          <a:prstGeom prst="rect">
            <a:avLst/>
          </a:prstGeom>
        </p:spPr>
        <p:txBody>
          <a:bodyPr wrap="none">
            <a:spAutoFit/>
          </a:bodyPr>
          <a:lstStyle/>
          <a:p>
            <a:r>
              <a:rPr lang="id-ID" sz="1600" dirty="0">
                <a:solidFill>
                  <a:schemeClr val="bg1"/>
                </a:solidFill>
              </a:rPr>
              <a:t>Al-Maidah 5:48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p:cNvGraphicFramePr/>
          <p:nvPr/>
        </p:nvGraphicFramePr>
        <p:xfrm>
          <a:off x="714348" y="1357298"/>
          <a:ext cx="8143932" cy="521497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ubtitle 2"/>
          <p:cNvSpPr>
            <a:spLocks noGrp="1"/>
          </p:cNvSpPr>
          <p:nvPr>
            <p:ph type="subTitle" idx="1"/>
          </p:nvPr>
        </p:nvSpPr>
        <p:spPr>
          <a:xfrm>
            <a:off x="357158" y="214290"/>
            <a:ext cx="3214710" cy="868544"/>
          </a:xfrm>
        </p:spPr>
        <p:style>
          <a:lnRef idx="0">
            <a:schemeClr val="dk1"/>
          </a:lnRef>
          <a:fillRef idx="3">
            <a:schemeClr val="dk1"/>
          </a:fillRef>
          <a:effectRef idx="3">
            <a:schemeClr val="dk1"/>
          </a:effectRef>
          <a:fontRef idx="minor">
            <a:schemeClr val="lt1"/>
          </a:fontRef>
        </p:style>
        <p:txBody>
          <a:bodyPr>
            <a:normAutofit/>
          </a:bodyPr>
          <a:lstStyle/>
          <a:p>
            <a:pPr algn="ctr"/>
            <a:r>
              <a:rPr lang="id-ID" sz="5400" spc="600" dirty="0"/>
              <a:t>Akhlak</a:t>
            </a:r>
          </a:p>
        </p:txBody>
      </p:sp>
      <p:sp>
        <p:nvSpPr>
          <p:cNvPr id="8" name="Pie 7"/>
          <p:cNvSpPr/>
          <p:nvPr/>
        </p:nvSpPr>
        <p:spPr>
          <a:xfrm>
            <a:off x="1728335" y="3500438"/>
            <a:ext cx="2723176" cy="2915956"/>
          </a:xfrm>
          <a:prstGeom prst="pie">
            <a:avLst>
              <a:gd name="adj1" fmla="val 5400000"/>
              <a:gd name="adj2" fmla="val 16200000"/>
            </a:avLst>
          </a:prstGeom>
          <a:solidFill>
            <a:schemeClr val="accent1">
              <a:lumMod val="60000"/>
              <a:lumOff val="4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026" name="Rectangle 2"/>
          <p:cNvSpPr>
            <a:spLocks noChangeArrowheads="1"/>
          </p:cNvSpPr>
          <p:nvPr/>
        </p:nvSpPr>
        <p:spPr bwMode="auto">
          <a:xfrm>
            <a:off x="1571604" y="2071678"/>
            <a:ext cx="1357290" cy="129266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1" eaLnBrk="1" fontAlgn="base" latinLnBrk="0" hangingPunct="1">
              <a:lnSpc>
                <a:spcPct val="100000"/>
              </a:lnSpc>
              <a:spcBef>
                <a:spcPct val="0"/>
              </a:spcBef>
              <a:spcAft>
                <a:spcPct val="0"/>
              </a:spcAft>
              <a:buClrTx/>
              <a:buSzTx/>
              <a:buFontTx/>
              <a:buNone/>
              <a:tabLst>
                <a:tab pos="1350963" algn="l"/>
              </a:tabLst>
            </a:pPr>
            <a:r>
              <a:rPr kumimoji="0" lang="ar-EG" sz="2600" b="0" i="0" u="none" strike="noStrike" cap="none" normalizeH="0" baseline="0" dirty="0">
                <a:ln>
                  <a:noFill/>
                </a:ln>
                <a:solidFill>
                  <a:schemeClr val="bg1"/>
                </a:solidFill>
                <a:effectLst/>
                <a:latin typeface="Calibri" pitchFamily="34" charset="0"/>
                <a:ea typeface="Times New Roman" pitchFamily="18" charset="0"/>
                <a:cs typeface="Times New Roman" pitchFamily="18" charset="0"/>
              </a:rPr>
              <a:t>لِكُلٍّ جَعَلْنَا مِنْكُمْ شِرْعَةً وَّمِنْهَاجًا</a:t>
            </a:r>
            <a:endParaRPr kumimoji="0" lang="ar-EG" sz="1800" b="0" i="0" u="none" strike="noStrike" cap="none" normalizeH="0" baseline="0" dirty="0">
              <a:ln>
                <a:noFill/>
              </a:ln>
              <a:solidFill>
                <a:schemeClr val="bg1"/>
              </a:solidFill>
              <a:effectLst/>
              <a:latin typeface="Arial" pitchFamily="34" charset="0"/>
              <a:cs typeface="Arial" pitchFamily="34" charset="0"/>
            </a:endParaRPr>
          </a:p>
        </p:txBody>
      </p:sp>
      <p:sp>
        <p:nvSpPr>
          <p:cNvPr id="10" name="Rectangle 9"/>
          <p:cNvSpPr/>
          <p:nvPr/>
        </p:nvSpPr>
        <p:spPr>
          <a:xfrm>
            <a:off x="857224" y="4143380"/>
            <a:ext cx="2214546" cy="1477328"/>
          </a:xfrm>
          <a:prstGeom prst="rect">
            <a:avLst/>
          </a:prstGeom>
        </p:spPr>
        <p:txBody>
          <a:bodyPr wrap="square">
            <a:spAutoFit/>
          </a:bodyPr>
          <a:lstStyle/>
          <a:p>
            <a:pPr algn="r"/>
            <a:r>
              <a:rPr lang="id-ID" i="1" dirty="0">
                <a:solidFill>
                  <a:schemeClr val="bg1"/>
                </a:solidFill>
              </a:rPr>
              <a:t>Untuk tiap-tiap umat diantara kamu, Kami berikan aturan dan jalan yang terang.</a:t>
            </a:r>
            <a:endParaRPr lang="id-ID" dirty="0">
              <a:solidFill>
                <a:schemeClr val="bg1"/>
              </a:solidFill>
            </a:endParaRPr>
          </a:p>
        </p:txBody>
      </p:sp>
      <p:sp>
        <p:nvSpPr>
          <p:cNvPr id="11" name="Rectangle 10"/>
          <p:cNvSpPr/>
          <p:nvPr/>
        </p:nvSpPr>
        <p:spPr>
          <a:xfrm>
            <a:off x="928662" y="3429000"/>
            <a:ext cx="1563248" cy="338554"/>
          </a:xfrm>
          <a:prstGeom prst="rect">
            <a:avLst/>
          </a:prstGeom>
        </p:spPr>
        <p:txBody>
          <a:bodyPr wrap="none">
            <a:spAutoFit/>
          </a:bodyPr>
          <a:lstStyle/>
          <a:p>
            <a:r>
              <a:rPr lang="id-ID" sz="1600" dirty="0">
                <a:solidFill>
                  <a:schemeClr val="bg1"/>
                </a:solidFill>
              </a:rPr>
              <a:t>Al-Maidah 5:48</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58" y="-71462"/>
            <a:ext cx="3400420" cy="857256"/>
          </a:xfrm>
        </p:spPr>
        <p:style>
          <a:lnRef idx="1">
            <a:schemeClr val="dk1"/>
          </a:lnRef>
          <a:fillRef idx="2">
            <a:schemeClr val="dk1"/>
          </a:fillRef>
          <a:effectRef idx="1">
            <a:schemeClr val="dk1"/>
          </a:effectRef>
          <a:fontRef idx="minor">
            <a:schemeClr val="dk1"/>
          </a:fontRef>
        </p:style>
        <p:txBody>
          <a:bodyPr>
            <a:normAutofit fontScale="90000"/>
          </a:bodyPr>
          <a:lstStyle/>
          <a:p>
            <a:r>
              <a:rPr lang="id-ID" sz="4800" b="1" dirty="0"/>
              <a:t>Kesimpulan</a:t>
            </a:r>
          </a:p>
        </p:txBody>
      </p:sp>
      <p:sp>
        <p:nvSpPr>
          <p:cNvPr id="3" name="Content Placeholder 2"/>
          <p:cNvSpPr>
            <a:spLocks noGrp="1"/>
          </p:cNvSpPr>
          <p:nvPr>
            <p:ph sz="half" idx="1"/>
          </p:nvPr>
        </p:nvSpPr>
        <p:spPr>
          <a:xfrm>
            <a:off x="857224" y="785794"/>
            <a:ext cx="7929618" cy="5857916"/>
          </a:xfrm>
        </p:spPr>
        <p:txBody>
          <a:bodyPr>
            <a:noAutofit/>
          </a:bodyPr>
          <a:lstStyle/>
          <a:p>
            <a:pPr lvl="0"/>
            <a:r>
              <a:rPr lang="id-ID" sz="2000" dirty="0"/>
              <a:t>Aqidah adalah semua sistem kepercayaan atau keyakinan .</a:t>
            </a:r>
          </a:p>
          <a:p>
            <a:pPr lvl="0"/>
            <a:r>
              <a:rPr lang="id-ID" sz="2000" dirty="0"/>
              <a:t>Syari’ah adalah sistem norma (kaidah) Illahi yang mengatur hubungan manusia dengan Allah, mengenai hubungan manusia dengan sesama manusia dalam kehidupan sosial, hubungan manusia dengan benda dan alam lingkungan hidupnya.</a:t>
            </a:r>
          </a:p>
          <a:p>
            <a:pPr lvl="0"/>
            <a:r>
              <a:rPr lang="id-ID" sz="2000" dirty="0"/>
              <a:t>Ilmu akhlak adalah ilmu yang menjelaskan arti baik dan buruk pada sikap dan perilaku manusia serta segala sesuatu yang berkenaan dengan sikap dan perbuatan yang seyogyanya diperlihatkan manusia terhadap manusia lain, dirinya sendiri dan lingkungan hidupnya. Sumber akhlak Islam adalah Al-Qur’an dan Al-Hadits.</a:t>
            </a:r>
          </a:p>
          <a:p>
            <a:pPr lvl="0"/>
            <a:r>
              <a:rPr lang="id-ID" sz="2000" dirty="0"/>
              <a:t>Hubungan bagian-bagian kerangka dasar ajaran agama Islam adalah aqidah sebagai sistem kepecayaan yang bermuatan elemen-elemen dasar keyakinan yang menggambarkan sumber dan dan hakikat keberadaan agama. Sementara syari’ah sebagai sistem nilai yang berisi peraturan yang menggambarkan fungsi agama. Sedangkan akhlak, sebagai sistematika yang menggambarkan arah dan tujuan yang hendak dicapai agama.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p:cNvSpPr txBox="1">
            <a:spLocks/>
          </p:cNvSpPr>
          <p:nvPr/>
        </p:nvSpPr>
        <p:spPr>
          <a:xfrm>
            <a:off x="2143108" y="857232"/>
            <a:ext cx="6643734" cy="5429288"/>
          </a:xfrm>
          <a:prstGeom prst="rect">
            <a:avLst/>
          </a:prstGeom>
        </p:spPr>
        <p:txBody>
          <a:bodyPr>
            <a:noAutofit/>
          </a:bodyPr>
          <a:lstStyle/>
          <a:p>
            <a:pPr marL="420624" marR="0" lvl="0" indent="-384048" algn="l" defTabSz="914400" rtl="0" eaLnBrk="1" fontAlgn="auto" latinLnBrk="0" hangingPunct="1">
              <a:lnSpc>
                <a:spcPct val="100000"/>
              </a:lnSpc>
              <a:spcBef>
                <a:spcPct val="20000"/>
              </a:spcBef>
              <a:spcAft>
                <a:spcPts val="0"/>
              </a:spcAft>
              <a:buClr>
                <a:schemeClr val="accent1"/>
              </a:buClr>
              <a:buSzPct val="80000"/>
              <a:buFont typeface="Wingdings 2"/>
              <a:buChar char=""/>
              <a:tabLst/>
              <a:defRPr/>
            </a:pPr>
            <a:r>
              <a:rPr kumimoji="0" lang="id-ID" sz="2800" b="0" i="0" u="none" strike="noStrike" kern="1200" cap="none" spc="0" normalizeH="0" baseline="0" noProof="0" dirty="0">
                <a:ln>
                  <a:noFill/>
                </a:ln>
                <a:solidFill>
                  <a:schemeClr val="tx1"/>
                </a:solidFill>
                <a:effectLst/>
                <a:uLnTx/>
                <a:uFillTx/>
                <a:latin typeface="+mn-lt"/>
                <a:ea typeface="+mn-ea"/>
                <a:cs typeface="+mn-cs"/>
              </a:rPr>
              <a:t>Jadikanlah Islam itu agama yang mulia, dengan cara menjalankan segala ajaran-Nya.</a:t>
            </a:r>
          </a:p>
          <a:p>
            <a:pPr marL="420624" marR="0" lvl="0" indent="-384048" algn="l" defTabSz="914400" rtl="0" eaLnBrk="1" fontAlgn="auto" latinLnBrk="0" hangingPunct="1">
              <a:lnSpc>
                <a:spcPct val="100000"/>
              </a:lnSpc>
              <a:spcBef>
                <a:spcPct val="20000"/>
              </a:spcBef>
              <a:spcAft>
                <a:spcPts val="0"/>
              </a:spcAft>
              <a:buClr>
                <a:schemeClr val="accent1"/>
              </a:buClr>
              <a:buSzPct val="80000"/>
              <a:buFont typeface="Wingdings 2"/>
              <a:buChar char=""/>
              <a:tabLst/>
              <a:defRPr/>
            </a:pPr>
            <a:r>
              <a:rPr kumimoji="0" lang="id-ID" sz="2800" b="0" i="0" u="none" strike="noStrike" kern="1200" cap="none" spc="0" normalizeH="0" baseline="0" noProof="0" dirty="0">
                <a:ln>
                  <a:noFill/>
                </a:ln>
                <a:solidFill>
                  <a:schemeClr val="tx1"/>
                </a:solidFill>
                <a:effectLst/>
                <a:uLnTx/>
                <a:uFillTx/>
                <a:latin typeface="+mn-lt"/>
                <a:ea typeface="+mn-ea"/>
                <a:cs typeface="+mn-cs"/>
              </a:rPr>
              <a:t>Jadilah manusia yang berakhlakul karimah, yang menjunjung tinggi nilai dan norma agama Islam.</a:t>
            </a:r>
          </a:p>
          <a:p>
            <a:pPr marL="420624" marR="0" lvl="0" indent="-384048" algn="l" defTabSz="914400" rtl="0" eaLnBrk="1" fontAlgn="auto" latinLnBrk="0" hangingPunct="1">
              <a:lnSpc>
                <a:spcPct val="100000"/>
              </a:lnSpc>
              <a:spcBef>
                <a:spcPct val="20000"/>
              </a:spcBef>
              <a:spcAft>
                <a:spcPts val="0"/>
              </a:spcAft>
              <a:buClr>
                <a:schemeClr val="accent1"/>
              </a:buClr>
              <a:buSzPct val="80000"/>
              <a:buFont typeface="Wingdings 2"/>
              <a:buChar char=""/>
              <a:tabLst/>
              <a:defRPr/>
            </a:pPr>
            <a:r>
              <a:rPr kumimoji="0" lang="id-ID" sz="2800" b="0" i="0" u="none" strike="noStrike" kern="1200" cap="none" spc="0" normalizeH="0" baseline="0" noProof="0" dirty="0">
                <a:ln>
                  <a:noFill/>
                </a:ln>
                <a:solidFill>
                  <a:schemeClr val="tx1"/>
                </a:solidFill>
                <a:effectLst/>
                <a:uLnTx/>
                <a:uFillTx/>
                <a:latin typeface="+mn-lt"/>
                <a:ea typeface="+mn-ea"/>
                <a:cs typeface="+mn-cs"/>
              </a:rPr>
              <a:t>Perdalam pengetahuan kita tentang ilmu yang menyangkut Islam.</a:t>
            </a:r>
          </a:p>
          <a:p>
            <a:pPr marL="420624" marR="0" lvl="0" indent="-384048" algn="l" defTabSz="914400" rtl="0" eaLnBrk="1" fontAlgn="auto" latinLnBrk="0" hangingPunct="1">
              <a:lnSpc>
                <a:spcPct val="100000"/>
              </a:lnSpc>
              <a:spcBef>
                <a:spcPct val="20000"/>
              </a:spcBef>
              <a:spcAft>
                <a:spcPts val="0"/>
              </a:spcAft>
              <a:buClr>
                <a:schemeClr val="accent1"/>
              </a:buClr>
              <a:buSzPct val="80000"/>
              <a:buFont typeface="Wingdings 2"/>
              <a:buChar char=""/>
              <a:tabLst/>
              <a:defRPr/>
            </a:pPr>
            <a:r>
              <a:rPr kumimoji="0" lang="id-ID" sz="2800" b="0" i="0" u="none" strike="noStrike" kern="1200" cap="none" spc="0" normalizeH="0" baseline="0" noProof="0" dirty="0">
                <a:ln>
                  <a:noFill/>
                </a:ln>
                <a:solidFill>
                  <a:schemeClr val="tx1"/>
                </a:solidFill>
                <a:effectLst/>
                <a:uLnTx/>
                <a:uFillTx/>
                <a:latin typeface="+mn-lt"/>
                <a:ea typeface="+mn-ea"/>
                <a:cs typeface="+mn-cs"/>
              </a:rPr>
              <a:t>Ikutilah syari’ah dalam Islam ketika hendak melakukan sesuatu.</a:t>
            </a:r>
          </a:p>
          <a:p>
            <a:pPr marL="420624" marR="0" lvl="0" indent="-384048" algn="l" defTabSz="914400" rtl="0" eaLnBrk="1" fontAlgn="auto" latinLnBrk="0" hangingPunct="1">
              <a:lnSpc>
                <a:spcPct val="100000"/>
              </a:lnSpc>
              <a:spcBef>
                <a:spcPct val="20000"/>
              </a:spcBef>
              <a:spcAft>
                <a:spcPts val="0"/>
              </a:spcAft>
              <a:buClr>
                <a:schemeClr val="accent1"/>
              </a:buClr>
              <a:buSzPct val="80000"/>
              <a:buFont typeface="Wingdings 2"/>
              <a:buChar char=""/>
              <a:tabLst/>
              <a:defRPr/>
            </a:pPr>
            <a:r>
              <a:rPr kumimoji="0" lang="id-ID" sz="2800" b="0" i="0" u="none" strike="noStrike" kern="1200" cap="none" spc="0" normalizeH="0" baseline="0" noProof="0" dirty="0">
                <a:ln>
                  <a:noFill/>
                </a:ln>
                <a:solidFill>
                  <a:schemeClr val="tx1"/>
                </a:solidFill>
                <a:effectLst/>
                <a:uLnTx/>
                <a:uFillTx/>
                <a:latin typeface="+mn-lt"/>
                <a:ea typeface="+mn-ea"/>
                <a:cs typeface="+mn-cs"/>
              </a:rPr>
              <a:t>Selalu menerapkan rukun Iman dan rukun Islam dalam kehidupan sehari-hari</a:t>
            </a:r>
          </a:p>
        </p:txBody>
      </p:sp>
      <p:sp>
        <p:nvSpPr>
          <p:cNvPr id="3" name="TextBox 2"/>
          <p:cNvSpPr txBox="1"/>
          <p:nvPr/>
        </p:nvSpPr>
        <p:spPr>
          <a:xfrm>
            <a:off x="714348" y="500042"/>
            <a:ext cx="986937" cy="4286280"/>
          </a:xfrm>
          <a:prstGeom prst="rect">
            <a:avLst/>
          </a:prstGeom>
        </p:spPr>
        <p:style>
          <a:lnRef idx="1">
            <a:schemeClr val="dk1"/>
          </a:lnRef>
          <a:fillRef idx="2">
            <a:schemeClr val="dk1"/>
          </a:fillRef>
          <a:effectRef idx="1">
            <a:schemeClr val="dk1"/>
          </a:effectRef>
          <a:fontRef idx="minor">
            <a:schemeClr val="dk1"/>
          </a:fontRef>
        </p:style>
        <p:txBody>
          <a:bodyPr vert="wordArtVert" wrap="square" rtlCol="0">
            <a:spAutoFit/>
          </a:bodyPr>
          <a:lstStyle/>
          <a:p>
            <a:r>
              <a:rPr lang="id-ID" sz="4800" b="1" dirty="0"/>
              <a:t>SARAN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72264" y="6143644"/>
            <a:ext cx="2357454" cy="523220"/>
          </a:xfrm>
          <a:prstGeom prst="rect">
            <a:avLst/>
          </a:prstGeom>
          <a:noFill/>
        </p:spPr>
        <p:txBody>
          <a:bodyPr wrap="square" rtlCol="0">
            <a:spAutoFit/>
          </a:bodyPr>
          <a:lstStyle/>
          <a:p>
            <a:r>
              <a:rPr lang="id-ID" sz="2800" b="1" spc="600" dirty="0">
                <a:latin typeface="+mj-lt"/>
              </a:rPr>
              <a:t>-SELESAI-</a:t>
            </a:r>
          </a:p>
        </p:txBody>
      </p:sp>
      <p:pic>
        <p:nvPicPr>
          <p:cNvPr id="3" name="Picture 2" descr="wassalam.JPG"/>
          <p:cNvPicPr>
            <a:picLocks noChangeAspect="1"/>
          </p:cNvPicPr>
          <p:nvPr/>
        </p:nvPicPr>
        <p:blipFill>
          <a:blip r:embed="rId2"/>
          <a:stretch>
            <a:fillRect/>
          </a:stretch>
        </p:blipFill>
        <p:spPr>
          <a:xfrm>
            <a:off x="785786" y="2143116"/>
            <a:ext cx="7286644" cy="1464330"/>
          </a:xfrm>
          <a:prstGeom prst="round2DiagRect">
            <a:avLst>
              <a:gd name="adj1" fmla="val 16667"/>
              <a:gd name="adj2" fmla="val 0"/>
            </a:avLst>
          </a:prstGeom>
          <a:ln w="88900" cap="sq">
            <a:solidFill>
              <a:srgbClr val="FFFFFF"/>
            </a:solidFill>
            <a:miter lim="800000"/>
          </a:ln>
          <a:effectLst>
            <a:glow rad="139700">
              <a:schemeClr val="accent1">
                <a:satMod val="175000"/>
                <a:alpha val="40000"/>
              </a:schemeClr>
            </a:glow>
            <a:outerShdw blurRad="254000" algn="tl" rotWithShape="0">
              <a:srgbClr val="000000">
                <a:alpha val="43000"/>
              </a:srgbClr>
            </a:outerShdw>
          </a:effectLst>
        </p:spPr>
      </p:pic>
    </p:spTree>
  </p:cSld>
  <p:clrMapOvr>
    <a:masterClrMapping/>
  </p:clrMapOvr>
</p:sld>
</file>

<file path=ppt/theme/theme1.xml><?xml version="1.0" encoding="utf-8"?>
<a:theme xmlns:a="http://schemas.openxmlformats.org/drawingml/2006/main" name="Technic">
  <a:themeElements>
    <a:clrScheme name="Yellow Orange">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Organic</Template>
  <TotalTime>474</TotalTime>
  <Words>648</Words>
  <Application>Microsoft Office PowerPoint</Application>
  <PresentationFormat>On-screen Show (4:3)</PresentationFormat>
  <Paragraphs>48</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Courier New</vt:lpstr>
      <vt:lpstr>Franklin Gothic Book</vt:lpstr>
      <vt:lpstr>Wingdings 2</vt:lpstr>
      <vt:lpstr>Technic</vt:lpstr>
      <vt:lpstr>KERANGKA DASAR AGAMA ISLAM</vt:lpstr>
      <vt:lpstr>PowerPoint Presentation</vt:lpstr>
      <vt:lpstr>Sumber agama islam yaitu al-qur’an dan al-Hadist keduanya memuat komponen agama islam yang menjadi isi kerangka dasar agama dan ajaran islam.   Kerangka dasar agama islam merupakan pondasi yang utama bagi setiap muslim dan muslimah dalam kehidupannya.   Kerangka dasar islam terdiri dari aqidah, syari’ah dan akhlak.</vt:lpstr>
      <vt:lpstr>PENDAHULUAN</vt:lpstr>
      <vt:lpstr>Rumusan masalah dari makalah ini adalah sebagai berikut :  1. Penjelasan kerangka dasar agama islam? 2. Apa pengertian dari aqidah? 3. Apa pengertian dari syari’ah? 4. Apa pengertian dari akhlaq</vt:lpstr>
      <vt:lpstr>Makalah  ini bertujuan untuk memahami materi tentang “Kerangka Dasar Agama Islam”, sehingga dapat menerapkannya dalam kehidupan sehari-hari.</vt:lpstr>
      <vt:lpstr>PowerPoint Presentation</vt:lpstr>
      <vt:lpstr>PowerPoint Presentation</vt:lpstr>
      <vt:lpstr>PowerPoint Presentation</vt:lpstr>
      <vt:lpstr>Kesimpulan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KERANGKA DASAR AGAMA ISLAM</dc:title>
  <dc:creator>acer</dc:creator>
  <cp:lastModifiedBy>Asep Kusno Suseno Alfarisi</cp:lastModifiedBy>
  <cp:revision>35</cp:revision>
  <dcterms:created xsi:type="dcterms:W3CDTF">2013-03-27T15:44:17Z</dcterms:created>
  <dcterms:modified xsi:type="dcterms:W3CDTF">2025-10-10T14:17:00Z</dcterms:modified>
</cp:coreProperties>
</file>