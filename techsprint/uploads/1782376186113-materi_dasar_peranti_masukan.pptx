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6" r:id="rId21"/>
    <p:sldId id="277" r:id="rId22"/>
    <p:sldId id="278" r:id="rId23"/>
    <p:sldId id="279" r:id="rId24"/>
    <p:sldId id="280" r:id="rId25"/>
    <p:sldId id="281" r:id="rId26"/>
  </p:sldIdLst>
  <p:sldSz cx="9144000" cy="5143500" type="screen16x9"/>
  <p:notesSz cx="6858000" cy="9144000"/>
  <p:embeddedFontLst>
    <p:embeddedFont>
      <p:font typeface="Fira Sans Extra Condensed Medium" panose="020B0603050000020004" pitchFamily="34" charset="0"/>
      <p:regular r:id="rId28"/>
      <p:bold r:id="rId29"/>
      <p:italic r:id="rId30"/>
      <p:boldItalic r:id="rId31"/>
    </p:embeddedFont>
    <p:embeddedFont>
      <p:font typeface="Hind Vadodara Light" panose="02000000000000000000" pitchFamily="2" charset="77"/>
      <p:regular r:id="rId32"/>
      <p:bold r:id="rId33"/>
    </p:embeddedFont>
    <p:embeddedFont>
      <p:font typeface="Overlock" panose="02000506030000020004" pitchFamily="2" charset="77"/>
      <p:regular r:id="rId34"/>
      <p:bold r:id="rId35"/>
      <p:italic r:id="rId36"/>
      <p:boldItalic r:id="rId37"/>
    </p:embeddedFont>
    <p:embeddedFont>
      <p:font typeface="Raleway" pitchFamily="2" charset="77"/>
      <p:regular r:id="rId38"/>
      <p:bold r:id="rId39"/>
      <p:italic r:id="rId40"/>
      <p:boldItalic r:id="rId41"/>
    </p:embeddedFont>
    <p:embeddedFont>
      <p:font typeface="Roboto Condensed Light" panose="020F0302020204030204" pitchFamily="34" charset="0"/>
      <p:regular r:id="rId42"/>
      <p:italic r:id="rId43"/>
    </p:embeddedFont>
    <p:embeddedFont>
      <p:font typeface="Teko Light" panose="02000000000000000000" pitchFamily="2" charset="77"/>
      <p:regular r:id="rId44"/>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orient="horz" pos="2846">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iP6VT/VMyYI0TqQ1isshp1lYJhm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0"/>
    <p:restoredTop sz="94626"/>
  </p:normalViewPr>
  <p:slideViewPr>
    <p:cSldViewPr snapToGrid="0">
      <p:cViewPr varScale="1">
        <p:scale>
          <a:sx n="81" d="100"/>
          <a:sy n="81" d="100"/>
        </p:scale>
        <p:origin x="184" y="1120"/>
      </p:cViewPr>
      <p:guideLst>
        <p:guide pos="2880"/>
        <p:guide orient="horz" pos="28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 name="Google Shape;28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9"/>
          <p:cNvSpPr txBox="1">
            <a:spLocks noGrp="1"/>
          </p:cNvSpPr>
          <p:nvPr>
            <p:ph type="ctrTitle"/>
          </p:nvPr>
        </p:nvSpPr>
        <p:spPr>
          <a:xfrm>
            <a:off x="2481725" y="1331450"/>
            <a:ext cx="4180500" cy="1745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5200"/>
              <a:buNone/>
              <a:defRPr sz="6000"/>
            </a:lvl1pPr>
            <a:lvl2pPr lvl="1" algn="ctr">
              <a:lnSpc>
                <a:spcPct val="100000"/>
              </a:lnSpc>
              <a:spcBef>
                <a:spcPts val="0"/>
              </a:spcBef>
              <a:spcAft>
                <a:spcPts val="0"/>
              </a:spcAft>
              <a:buClr>
                <a:schemeClr val="lt2"/>
              </a:buClr>
              <a:buSzPts val="5200"/>
              <a:buNone/>
              <a:defRPr sz="5200">
                <a:solidFill>
                  <a:schemeClr val="lt2"/>
                </a:solidFill>
              </a:defRPr>
            </a:lvl2pPr>
            <a:lvl3pPr lvl="2" algn="ctr">
              <a:lnSpc>
                <a:spcPct val="100000"/>
              </a:lnSpc>
              <a:spcBef>
                <a:spcPts val="0"/>
              </a:spcBef>
              <a:spcAft>
                <a:spcPts val="0"/>
              </a:spcAft>
              <a:buClr>
                <a:schemeClr val="lt2"/>
              </a:buClr>
              <a:buSzPts val="5200"/>
              <a:buNone/>
              <a:defRPr sz="5200">
                <a:solidFill>
                  <a:schemeClr val="lt2"/>
                </a:solidFill>
              </a:defRPr>
            </a:lvl3pPr>
            <a:lvl4pPr lvl="3" algn="ctr">
              <a:lnSpc>
                <a:spcPct val="100000"/>
              </a:lnSpc>
              <a:spcBef>
                <a:spcPts val="0"/>
              </a:spcBef>
              <a:spcAft>
                <a:spcPts val="0"/>
              </a:spcAft>
              <a:buClr>
                <a:schemeClr val="lt2"/>
              </a:buClr>
              <a:buSzPts val="5200"/>
              <a:buNone/>
              <a:defRPr sz="5200">
                <a:solidFill>
                  <a:schemeClr val="lt2"/>
                </a:solidFill>
              </a:defRPr>
            </a:lvl4pPr>
            <a:lvl5pPr lvl="4" algn="ctr">
              <a:lnSpc>
                <a:spcPct val="100000"/>
              </a:lnSpc>
              <a:spcBef>
                <a:spcPts val="0"/>
              </a:spcBef>
              <a:spcAft>
                <a:spcPts val="0"/>
              </a:spcAft>
              <a:buClr>
                <a:schemeClr val="lt2"/>
              </a:buClr>
              <a:buSzPts val="5200"/>
              <a:buNone/>
              <a:defRPr sz="5200">
                <a:solidFill>
                  <a:schemeClr val="lt2"/>
                </a:solidFill>
              </a:defRPr>
            </a:lvl5pPr>
            <a:lvl6pPr lvl="5" algn="ctr">
              <a:lnSpc>
                <a:spcPct val="100000"/>
              </a:lnSpc>
              <a:spcBef>
                <a:spcPts val="0"/>
              </a:spcBef>
              <a:spcAft>
                <a:spcPts val="0"/>
              </a:spcAft>
              <a:buClr>
                <a:schemeClr val="lt2"/>
              </a:buClr>
              <a:buSzPts val="5200"/>
              <a:buNone/>
              <a:defRPr sz="5200">
                <a:solidFill>
                  <a:schemeClr val="lt2"/>
                </a:solidFill>
              </a:defRPr>
            </a:lvl6pPr>
            <a:lvl7pPr lvl="6" algn="ctr">
              <a:lnSpc>
                <a:spcPct val="100000"/>
              </a:lnSpc>
              <a:spcBef>
                <a:spcPts val="0"/>
              </a:spcBef>
              <a:spcAft>
                <a:spcPts val="0"/>
              </a:spcAft>
              <a:buClr>
                <a:schemeClr val="lt2"/>
              </a:buClr>
              <a:buSzPts val="5200"/>
              <a:buNone/>
              <a:defRPr sz="5200">
                <a:solidFill>
                  <a:schemeClr val="lt2"/>
                </a:solidFill>
              </a:defRPr>
            </a:lvl7pPr>
            <a:lvl8pPr lvl="7" algn="ctr">
              <a:lnSpc>
                <a:spcPct val="100000"/>
              </a:lnSpc>
              <a:spcBef>
                <a:spcPts val="0"/>
              </a:spcBef>
              <a:spcAft>
                <a:spcPts val="0"/>
              </a:spcAft>
              <a:buClr>
                <a:schemeClr val="lt2"/>
              </a:buClr>
              <a:buSzPts val="5200"/>
              <a:buNone/>
              <a:defRPr sz="5200">
                <a:solidFill>
                  <a:schemeClr val="lt2"/>
                </a:solidFill>
              </a:defRPr>
            </a:lvl8pPr>
            <a:lvl9pPr lvl="8" algn="ctr">
              <a:lnSpc>
                <a:spcPct val="100000"/>
              </a:lnSpc>
              <a:spcBef>
                <a:spcPts val="0"/>
              </a:spcBef>
              <a:spcAft>
                <a:spcPts val="0"/>
              </a:spcAft>
              <a:buClr>
                <a:schemeClr val="lt2"/>
              </a:buClr>
              <a:buSzPts val="5200"/>
              <a:buNone/>
              <a:defRPr sz="5200">
                <a:solidFill>
                  <a:schemeClr val="lt2"/>
                </a:solidFill>
              </a:defRPr>
            </a:lvl9pPr>
          </a:lstStyle>
          <a:p>
            <a:endParaRPr/>
          </a:p>
        </p:txBody>
      </p:sp>
      <p:sp>
        <p:nvSpPr>
          <p:cNvPr id="10" name="Google Shape;10;p29"/>
          <p:cNvSpPr txBox="1">
            <a:spLocks noGrp="1"/>
          </p:cNvSpPr>
          <p:nvPr>
            <p:ph type="subTitle" idx="1"/>
          </p:nvPr>
        </p:nvSpPr>
        <p:spPr>
          <a:xfrm>
            <a:off x="3335000" y="3257551"/>
            <a:ext cx="2473800" cy="477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four columns">
  <p:cSld name="CUSTOM_1_1">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0"/>
          <p:cNvSpPr txBox="1">
            <a:spLocks noGrp="1"/>
          </p:cNvSpPr>
          <p:nvPr>
            <p:ph type="ctrTitle"/>
          </p:nvPr>
        </p:nvSpPr>
        <p:spPr>
          <a:xfrm flipH="1">
            <a:off x="5126168" y="3534082"/>
            <a:ext cx="1869300" cy="57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13" name="Google Shape;13;p30"/>
          <p:cNvSpPr txBox="1">
            <a:spLocks noGrp="1"/>
          </p:cNvSpPr>
          <p:nvPr>
            <p:ph type="subTitle" idx="1"/>
          </p:nvPr>
        </p:nvSpPr>
        <p:spPr>
          <a:xfrm flipH="1">
            <a:off x="5126168" y="2966850"/>
            <a:ext cx="1869300" cy="640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a:endParaRPr/>
          </a:p>
        </p:txBody>
      </p:sp>
      <p:sp>
        <p:nvSpPr>
          <p:cNvPr id="14" name="Google Shape;14;p30"/>
          <p:cNvSpPr txBox="1">
            <a:spLocks noGrp="1"/>
          </p:cNvSpPr>
          <p:nvPr>
            <p:ph type="ctrTitle" idx="2"/>
          </p:nvPr>
        </p:nvSpPr>
        <p:spPr>
          <a:xfrm flipH="1">
            <a:off x="5150318" y="2085436"/>
            <a:ext cx="1821000" cy="459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15" name="Google Shape;15;p30"/>
          <p:cNvSpPr txBox="1">
            <a:spLocks noGrp="1"/>
          </p:cNvSpPr>
          <p:nvPr>
            <p:ph type="subTitle" idx="3"/>
          </p:nvPr>
        </p:nvSpPr>
        <p:spPr>
          <a:xfrm flipH="1">
            <a:off x="5126168" y="1517150"/>
            <a:ext cx="1869300" cy="640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a:endParaRPr/>
          </a:p>
        </p:txBody>
      </p:sp>
      <p:sp>
        <p:nvSpPr>
          <p:cNvPr id="16" name="Google Shape;16;p30"/>
          <p:cNvSpPr txBox="1">
            <a:spLocks noGrp="1"/>
          </p:cNvSpPr>
          <p:nvPr>
            <p:ph type="ctrTitle" idx="4"/>
          </p:nvPr>
        </p:nvSpPr>
        <p:spPr>
          <a:xfrm flipH="1">
            <a:off x="2241967" y="2088936"/>
            <a:ext cx="1793700" cy="459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17" name="Google Shape;17;p30"/>
          <p:cNvSpPr txBox="1">
            <a:spLocks noGrp="1"/>
          </p:cNvSpPr>
          <p:nvPr>
            <p:ph type="subTitle" idx="5"/>
          </p:nvPr>
        </p:nvSpPr>
        <p:spPr>
          <a:xfrm flipH="1">
            <a:off x="2204167" y="1517160"/>
            <a:ext cx="1869300" cy="640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a:endParaRPr/>
          </a:p>
        </p:txBody>
      </p:sp>
      <p:sp>
        <p:nvSpPr>
          <p:cNvPr id="18" name="Google Shape;18;p30"/>
          <p:cNvSpPr txBox="1">
            <a:spLocks noGrp="1"/>
          </p:cNvSpPr>
          <p:nvPr>
            <p:ph type="ctrTitle" idx="6"/>
          </p:nvPr>
        </p:nvSpPr>
        <p:spPr>
          <a:xfrm flipH="1">
            <a:off x="2204167" y="3534082"/>
            <a:ext cx="1869300" cy="57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19" name="Google Shape;19;p30"/>
          <p:cNvSpPr txBox="1">
            <a:spLocks noGrp="1"/>
          </p:cNvSpPr>
          <p:nvPr>
            <p:ph type="subTitle" idx="7"/>
          </p:nvPr>
        </p:nvSpPr>
        <p:spPr>
          <a:xfrm flipH="1">
            <a:off x="2204167" y="2966850"/>
            <a:ext cx="1869300" cy="640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a:endParaRPr/>
          </a:p>
        </p:txBody>
      </p:sp>
      <p:sp>
        <p:nvSpPr>
          <p:cNvPr id="20" name="Google Shape;20;p30"/>
          <p:cNvSpPr txBox="1">
            <a:spLocks noGrp="1"/>
          </p:cNvSpPr>
          <p:nvPr>
            <p:ph type="title" idx="8"/>
          </p:nvPr>
        </p:nvSpPr>
        <p:spPr>
          <a:xfrm>
            <a:off x="2421000" y="283608"/>
            <a:ext cx="4302000" cy="630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3600"/>
            </a:lvl1pPr>
            <a:lvl2pPr lvl="1" algn="ctr">
              <a:lnSpc>
                <a:spcPct val="100000"/>
              </a:lnSpc>
              <a:spcBef>
                <a:spcPts val="0"/>
              </a:spcBef>
              <a:spcAft>
                <a:spcPts val="0"/>
              </a:spcAft>
              <a:buSzPts val="2400"/>
              <a:buNone/>
              <a:defRPr sz="3600">
                <a:solidFill>
                  <a:schemeClr val="accent2"/>
                </a:solidFill>
              </a:defRPr>
            </a:lvl2pPr>
            <a:lvl3pPr lvl="2" algn="ctr">
              <a:lnSpc>
                <a:spcPct val="100000"/>
              </a:lnSpc>
              <a:spcBef>
                <a:spcPts val="0"/>
              </a:spcBef>
              <a:spcAft>
                <a:spcPts val="0"/>
              </a:spcAft>
              <a:buSzPts val="2400"/>
              <a:buNone/>
              <a:defRPr sz="3600">
                <a:solidFill>
                  <a:schemeClr val="accent2"/>
                </a:solidFill>
              </a:defRPr>
            </a:lvl3pPr>
            <a:lvl4pPr lvl="3" algn="ctr">
              <a:lnSpc>
                <a:spcPct val="100000"/>
              </a:lnSpc>
              <a:spcBef>
                <a:spcPts val="0"/>
              </a:spcBef>
              <a:spcAft>
                <a:spcPts val="0"/>
              </a:spcAft>
              <a:buSzPts val="2400"/>
              <a:buNone/>
              <a:defRPr sz="3600">
                <a:solidFill>
                  <a:schemeClr val="accent2"/>
                </a:solidFill>
              </a:defRPr>
            </a:lvl4pPr>
            <a:lvl5pPr lvl="4" algn="ctr">
              <a:lnSpc>
                <a:spcPct val="100000"/>
              </a:lnSpc>
              <a:spcBef>
                <a:spcPts val="0"/>
              </a:spcBef>
              <a:spcAft>
                <a:spcPts val="0"/>
              </a:spcAft>
              <a:buSzPts val="2400"/>
              <a:buNone/>
              <a:defRPr sz="3600">
                <a:solidFill>
                  <a:schemeClr val="accent2"/>
                </a:solidFill>
              </a:defRPr>
            </a:lvl5pPr>
            <a:lvl6pPr lvl="5" algn="ctr">
              <a:lnSpc>
                <a:spcPct val="100000"/>
              </a:lnSpc>
              <a:spcBef>
                <a:spcPts val="0"/>
              </a:spcBef>
              <a:spcAft>
                <a:spcPts val="0"/>
              </a:spcAft>
              <a:buSzPts val="2400"/>
              <a:buNone/>
              <a:defRPr sz="3600">
                <a:solidFill>
                  <a:schemeClr val="accent2"/>
                </a:solidFill>
              </a:defRPr>
            </a:lvl6pPr>
            <a:lvl7pPr lvl="6" algn="ctr">
              <a:lnSpc>
                <a:spcPct val="100000"/>
              </a:lnSpc>
              <a:spcBef>
                <a:spcPts val="0"/>
              </a:spcBef>
              <a:spcAft>
                <a:spcPts val="0"/>
              </a:spcAft>
              <a:buSzPts val="2400"/>
              <a:buNone/>
              <a:defRPr sz="3600">
                <a:solidFill>
                  <a:schemeClr val="accent2"/>
                </a:solidFill>
              </a:defRPr>
            </a:lvl7pPr>
            <a:lvl8pPr lvl="7" algn="ctr">
              <a:lnSpc>
                <a:spcPct val="100000"/>
              </a:lnSpc>
              <a:spcBef>
                <a:spcPts val="0"/>
              </a:spcBef>
              <a:spcAft>
                <a:spcPts val="0"/>
              </a:spcAft>
              <a:buSzPts val="2400"/>
              <a:buNone/>
              <a:defRPr sz="3600">
                <a:solidFill>
                  <a:schemeClr val="accent2"/>
                </a:solidFill>
              </a:defRPr>
            </a:lvl8pPr>
            <a:lvl9pPr lvl="8" algn="ctr">
              <a:lnSpc>
                <a:spcPct val="100000"/>
              </a:lnSpc>
              <a:spcBef>
                <a:spcPts val="0"/>
              </a:spcBef>
              <a:spcAft>
                <a:spcPts val="0"/>
              </a:spcAft>
              <a:buSzPts val="2400"/>
              <a:buNone/>
              <a:defRPr sz="3600">
                <a:solidFill>
                  <a:schemeClr val="accent2"/>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31"/>
          <p:cNvSpPr txBox="1">
            <a:spLocks noGrp="1"/>
          </p:cNvSpPr>
          <p:nvPr>
            <p:ph type="subTitle" idx="1"/>
          </p:nvPr>
        </p:nvSpPr>
        <p:spPr>
          <a:xfrm flipH="1">
            <a:off x="546575" y="2518225"/>
            <a:ext cx="8050800" cy="1880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rgbClr val="434343"/>
              </a:buClr>
              <a:buSzPts val="1200"/>
              <a:buFont typeface="Raleway"/>
              <a:buAutoNum type="arabicPeriod"/>
              <a:defRPr sz="1200"/>
            </a:lvl1pPr>
            <a:lvl2pPr lvl="1" algn="ctr">
              <a:lnSpc>
                <a:spcPct val="100000"/>
              </a:lnSpc>
              <a:spcBef>
                <a:spcPts val="0"/>
              </a:spcBef>
              <a:spcAft>
                <a:spcPts val="0"/>
              </a:spcAft>
              <a:buClr>
                <a:srgbClr val="434343"/>
              </a:buClr>
              <a:buSzPts val="1200"/>
              <a:buFont typeface="Roboto Condensed Light"/>
              <a:buAutoNum type="alphaLcPeriod"/>
              <a:defRPr sz="1200"/>
            </a:lvl2pPr>
            <a:lvl3pPr lvl="2" algn="ctr">
              <a:lnSpc>
                <a:spcPct val="100000"/>
              </a:lnSpc>
              <a:spcBef>
                <a:spcPts val="0"/>
              </a:spcBef>
              <a:spcAft>
                <a:spcPts val="0"/>
              </a:spcAft>
              <a:buClr>
                <a:srgbClr val="434343"/>
              </a:buClr>
              <a:buSzPts val="1200"/>
              <a:buFont typeface="Roboto Condensed Light"/>
              <a:buAutoNum type="romanLcPeriod"/>
              <a:defRPr sz="1200"/>
            </a:lvl3pPr>
            <a:lvl4pPr lvl="3" algn="ctr">
              <a:lnSpc>
                <a:spcPct val="100000"/>
              </a:lnSpc>
              <a:spcBef>
                <a:spcPts val="0"/>
              </a:spcBef>
              <a:spcAft>
                <a:spcPts val="0"/>
              </a:spcAft>
              <a:buClr>
                <a:srgbClr val="434343"/>
              </a:buClr>
              <a:buSzPts val="1200"/>
              <a:buFont typeface="Roboto Condensed Light"/>
              <a:buAutoNum type="arabicPeriod"/>
              <a:defRPr sz="1200"/>
            </a:lvl4pPr>
            <a:lvl5pPr lvl="4" algn="ctr">
              <a:lnSpc>
                <a:spcPct val="100000"/>
              </a:lnSpc>
              <a:spcBef>
                <a:spcPts val="0"/>
              </a:spcBef>
              <a:spcAft>
                <a:spcPts val="0"/>
              </a:spcAft>
              <a:buClr>
                <a:srgbClr val="434343"/>
              </a:buClr>
              <a:buSzPts val="1200"/>
              <a:buFont typeface="Roboto Condensed Light"/>
              <a:buAutoNum type="alphaLcPeriod"/>
              <a:defRPr sz="1200"/>
            </a:lvl5pPr>
            <a:lvl6pPr lvl="5" algn="ctr">
              <a:lnSpc>
                <a:spcPct val="100000"/>
              </a:lnSpc>
              <a:spcBef>
                <a:spcPts val="0"/>
              </a:spcBef>
              <a:spcAft>
                <a:spcPts val="0"/>
              </a:spcAft>
              <a:buClr>
                <a:srgbClr val="434343"/>
              </a:buClr>
              <a:buSzPts val="1200"/>
              <a:buFont typeface="Roboto Condensed Light"/>
              <a:buAutoNum type="romanLcPeriod"/>
              <a:defRPr sz="1200"/>
            </a:lvl6pPr>
            <a:lvl7pPr lvl="6" algn="ctr">
              <a:lnSpc>
                <a:spcPct val="100000"/>
              </a:lnSpc>
              <a:spcBef>
                <a:spcPts val="0"/>
              </a:spcBef>
              <a:spcAft>
                <a:spcPts val="0"/>
              </a:spcAft>
              <a:buClr>
                <a:srgbClr val="434343"/>
              </a:buClr>
              <a:buSzPts val="1200"/>
              <a:buFont typeface="Roboto Condensed Light"/>
              <a:buAutoNum type="arabicPeriod"/>
              <a:defRPr sz="1200"/>
            </a:lvl7pPr>
            <a:lvl8pPr lvl="7" algn="ctr">
              <a:lnSpc>
                <a:spcPct val="100000"/>
              </a:lnSpc>
              <a:spcBef>
                <a:spcPts val="0"/>
              </a:spcBef>
              <a:spcAft>
                <a:spcPts val="0"/>
              </a:spcAft>
              <a:buClr>
                <a:srgbClr val="434343"/>
              </a:buClr>
              <a:buSzPts val="1200"/>
              <a:buFont typeface="Roboto Condensed Light"/>
              <a:buAutoNum type="alphaLcPeriod"/>
              <a:defRPr sz="1200"/>
            </a:lvl8pPr>
            <a:lvl9pPr lvl="8" algn="ctr">
              <a:lnSpc>
                <a:spcPct val="100000"/>
              </a:lnSpc>
              <a:spcBef>
                <a:spcPts val="0"/>
              </a:spcBef>
              <a:spcAft>
                <a:spcPts val="0"/>
              </a:spcAft>
              <a:buClr>
                <a:srgbClr val="434343"/>
              </a:buClr>
              <a:buSzPts val="1200"/>
              <a:buFont typeface="Roboto Condensed Light"/>
              <a:buAutoNum type="romanLcPeriod"/>
              <a:defRPr sz="1200"/>
            </a:lvl9pPr>
          </a:lstStyle>
          <a:p>
            <a:endParaRPr/>
          </a:p>
        </p:txBody>
      </p:sp>
      <p:sp>
        <p:nvSpPr>
          <p:cNvPr id="23" name="Google Shape;23;p31"/>
          <p:cNvSpPr txBox="1">
            <a:spLocks noGrp="1"/>
          </p:cNvSpPr>
          <p:nvPr>
            <p:ph type="title"/>
          </p:nvPr>
        </p:nvSpPr>
        <p:spPr>
          <a:xfrm>
            <a:off x="2421000" y="283608"/>
            <a:ext cx="4302000" cy="630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3600"/>
            </a:lvl1pPr>
            <a:lvl2pPr lvl="1" algn="ctr">
              <a:lnSpc>
                <a:spcPct val="100000"/>
              </a:lnSpc>
              <a:spcBef>
                <a:spcPts val="0"/>
              </a:spcBef>
              <a:spcAft>
                <a:spcPts val="0"/>
              </a:spcAft>
              <a:buSzPts val="2400"/>
              <a:buNone/>
              <a:defRPr sz="3600">
                <a:solidFill>
                  <a:schemeClr val="accent2"/>
                </a:solidFill>
              </a:defRPr>
            </a:lvl2pPr>
            <a:lvl3pPr lvl="2" algn="ctr">
              <a:lnSpc>
                <a:spcPct val="100000"/>
              </a:lnSpc>
              <a:spcBef>
                <a:spcPts val="0"/>
              </a:spcBef>
              <a:spcAft>
                <a:spcPts val="0"/>
              </a:spcAft>
              <a:buSzPts val="2400"/>
              <a:buNone/>
              <a:defRPr sz="3600">
                <a:solidFill>
                  <a:schemeClr val="accent2"/>
                </a:solidFill>
              </a:defRPr>
            </a:lvl3pPr>
            <a:lvl4pPr lvl="3" algn="ctr">
              <a:lnSpc>
                <a:spcPct val="100000"/>
              </a:lnSpc>
              <a:spcBef>
                <a:spcPts val="0"/>
              </a:spcBef>
              <a:spcAft>
                <a:spcPts val="0"/>
              </a:spcAft>
              <a:buSzPts val="2400"/>
              <a:buNone/>
              <a:defRPr sz="3600">
                <a:solidFill>
                  <a:schemeClr val="accent2"/>
                </a:solidFill>
              </a:defRPr>
            </a:lvl4pPr>
            <a:lvl5pPr lvl="4" algn="ctr">
              <a:lnSpc>
                <a:spcPct val="100000"/>
              </a:lnSpc>
              <a:spcBef>
                <a:spcPts val="0"/>
              </a:spcBef>
              <a:spcAft>
                <a:spcPts val="0"/>
              </a:spcAft>
              <a:buSzPts val="2400"/>
              <a:buNone/>
              <a:defRPr sz="3600">
                <a:solidFill>
                  <a:schemeClr val="accent2"/>
                </a:solidFill>
              </a:defRPr>
            </a:lvl5pPr>
            <a:lvl6pPr lvl="5" algn="ctr">
              <a:lnSpc>
                <a:spcPct val="100000"/>
              </a:lnSpc>
              <a:spcBef>
                <a:spcPts val="0"/>
              </a:spcBef>
              <a:spcAft>
                <a:spcPts val="0"/>
              </a:spcAft>
              <a:buSzPts val="2400"/>
              <a:buNone/>
              <a:defRPr sz="3600">
                <a:solidFill>
                  <a:schemeClr val="accent2"/>
                </a:solidFill>
              </a:defRPr>
            </a:lvl6pPr>
            <a:lvl7pPr lvl="6" algn="ctr">
              <a:lnSpc>
                <a:spcPct val="100000"/>
              </a:lnSpc>
              <a:spcBef>
                <a:spcPts val="0"/>
              </a:spcBef>
              <a:spcAft>
                <a:spcPts val="0"/>
              </a:spcAft>
              <a:buSzPts val="2400"/>
              <a:buNone/>
              <a:defRPr sz="3600">
                <a:solidFill>
                  <a:schemeClr val="accent2"/>
                </a:solidFill>
              </a:defRPr>
            </a:lvl7pPr>
            <a:lvl8pPr lvl="7" algn="ctr">
              <a:lnSpc>
                <a:spcPct val="100000"/>
              </a:lnSpc>
              <a:spcBef>
                <a:spcPts val="0"/>
              </a:spcBef>
              <a:spcAft>
                <a:spcPts val="0"/>
              </a:spcAft>
              <a:buSzPts val="2400"/>
              <a:buNone/>
              <a:defRPr sz="3600">
                <a:solidFill>
                  <a:schemeClr val="accent2"/>
                </a:solidFill>
              </a:defRPr>
            </a:lvl8pPr>
            <a:lvl9pPr lvl="8" algn="ctr">
              <a:lnSpc>
                <a:spcPct val="100000"/>
              </a:lnSpc>
              <a:spcBef>
                <a:spcPts val="0"/>
              </a:spcBef>
              <a:spcAft>
                <a:spcPts val="0"/>
              </a:spcAft>
              <a:buSzPts val="2400"/>
              <a:buNone/>
              <a:defRPr sz="3600">
                <a:solidFill>
                  <a:schemeClr val="accent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hree columns">
  <p:cSld name="CUSTOM_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32"/>
          <p:cNvSpPr txBox="1">
            <a:spLocks noGrp="1"/>
          </p:cNvSpPr>
          <p:nvPr>
            <p:ph type="ctrTitle"/>
          </p:nvPr>
        </p:nvSpPr>
        <p:spPr>
          <a:xfrm flipH="1">
            <a:off x="6552430" y="2010857"/>
            <a:ext cx="1560600" cy="57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26" name="Google Shape;26;p32"/>
          <p:cNvSpPr txBox="1">
            <a:spLocks noGrp="1"/>
          </p:cNvSpPr>
          <p:nvPr>
            <p:ph type="subTitle" idx="1"/>
          </p:nvPr>
        </p:nvSpPr>
        <p:spPr>
          <a:xfrm flipH="1">
            <a:off x="6472706" y="2473075"/>
            <a:ext cx="1719900" cy="875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a:endParaRPr/>
          </a:p>
        </p:txBody>
      </p:sp>
      <p:sp>
        <p:nvSpPr>
          <p:cNvPr id="27" name="Google Shape;27;p32"/>
          <p:cNvSpPr txBox="1">
            <a:spLocks noGrp="1"/>
          </p:cNvSpPr>
          <p:nvPr>
            <p:ph type="ctrTitle" idx="2"/>
          </p:nvPr>
        </p:nvSpPr>
        <p:spPr>
          <a:xfrm flipH="1">
            <a:off x="3791699" y="2463578"/>
            <a:ext cx="1560600" cy="57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28" name="Google Shape;28;p32"/>
          <p:cNvSpPr txBox="1">
            <a:spLocks noGrp="1"/>
          </p:cNvSpPr>
          <p:nvPr>
            <p:ph type="subTitle" idx="3"/>
          </p:nvPr>
        </p:nvSpPr>
        <p:spPr>
          <a:xfrm flipH="1">
            <a:off x="3791699" y="2938421"/>
            <a:ext cx="1560600" cy="875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a:endParaRPr/>
          </a:p>
        </p:txBody>
      </p:sp>
      <p:sp>
        <p:nvSpPr>
          <p:cNvPr id="29" name="Google Shape;29;p32"/>
          <p:cNvSpPr txBox="1">
            <a:spLocks noGrp="1"/>
          </p:cNvSpPr>
          <p:nvPr>
            <p:ph type="ctrTitle" idx="4"/>
          </p:nvPr>
        </p:nvSpPr>
        <p:spPr>
          <a:xfrm flipH="1">
            <a:off x="1071599" y="2010857"/>
            <a:ext cx="1560600" cy="57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30" name="Google Shape;30;p32"/>
          <p:cNvSpPr txBox="1">
            <a:spLocks noGrp="1"/>
          </p:cNvSpPr>
          <p:nvPr>
            <p:ph type="subTitle" idx="5"/>
          </p:nvPr>
        </p:nvSpPr>
        <p:spPr>
          <a:xfrm flipH="1">
            <a:off x="1071600" y="2473075"/>
            <a:ext cx="1560600" cy="875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a:endParaRPr/>
          </a:p>
        </p:txBody>
      </p:sp>
      <p:sp>
        <p:nvSpPr>
          <p:cNvPr id="31" name="Google Shape;31;p32"/>
          <p:cNvSpPr txBox="1">
            <a:spLocks noGrp="1"/>
          </p:cNvSpPr>
          <p:nvPr>
            <p:ph type="title" idx="6"/>
          </p:nvPr>
        </p:nvSpPr>
        <p:spPr>
          <a:xfrm>
            <a:off x="2421000" y="283608"/>
            <a:ext cx="4302000" cy="630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3600"/>
            </a:lvl1pPr>
            <a:lvl2pPr lvl="1" algn="ctr">
              <a:lnSpc>
                <a:spcPct val="100000"/>
              </a:lnSpc>
              <a:spcBef>
                <a:spcPts val="0"/>
              </a:spcBef>
              <a:spcAft>
                <a:spcPts val="0"/>
              </a:spcAft>
              <a:buSzPts val="2400"/>
              <a:buNone/>
              <a:defRPr sz="3600">
                <a:solidFill>
                  <a:schemeClr val="accent2"/>
                </a:solidFill>
              </a:defRPr>
            </a:lvl2pPr>
            <a:lvl3pPr lvl="2" algn="ctr">
              <a:lnSpc>
                <a:spcPct val="100000"/>
              </a:lnSpc>
              <a:spcBef>
                <a:spcPts val="0"/>
              </a:spcBef>
              <a:spcAft>
                <a:spcPts val="0"/>
              </a:spcAft>
              <a:buSzPts val="2400"/>
              <a:buNone/>
              <a:defRPr sz="3600">
                <a:solidFill>
                  <a:schemeClr val="accent2"/>
                </a:solidFill>
              </a:defRPr>
            </a:lvl3pPr>
            <a:lvl4pPr lvl="3" algn="ctr">
              <a:lnSpc>
                <a:spcPct val="100000"/>
              </a:lnSpc>
              <a:spcBef>
                <a:spcPts val="0"/>
              </a:spcBef>
              <a:spcAft>
                <a:spcPts val="0"/>
              </a:spcAft>
              <a:buSzPts val="2400"/>
              <a:buNone/>
              <a:defRPr sz="3600">
                <a:solidFill>
                  <a:schemeClr val="accent2"/>
                </a:solidFill>
              </a:defRPr>
            </a:lvl4pPr>
            <a:lvl5pPr lvl="4" algn="ctr">
              <a:lnSpc>
                <a:spcPct val="100000"/>
              </a:lnSpc>
              <a:spcBef>
                <a:spcPts val="0"/>
              </a:spcBef>
              <a:spcAft>
                <a:spcPts val="0"/>
              </a:spcAft>
              <a:buSzPts val="2400"/>
              <a:buNone/>
              <a:defRPr sz="3600">
                <a:solidFill>
                  <a:schemeClr val="accent2"/>
                </a:solidFill>
              </a:defRPr>
            </a:lvl5pPr>
            <a:lvl6pPr lvl="5" algn="ctr">
              <a:lnSpc>
                <a:spcPct val="100000"/>
              </a:lnSpc>
              <a:spcBef>
                <a:spcPts val="0"/>
              </a:spcBef>
              <a:spcAft>
                <a:spcPts val="0"/>
              </a:spcAft>
              <a:buSzPts val="2400"/>
              <a:buNone/>
              <a:defRPr sz="3600">
                <a:solidFill>
                  <a:schemeClr val="accent2"/>
                </a:solidFill>
              </a:defRPr>
            </a:lvl6pPr>
            <a:lvl7pPr lvl="6" algn="ctr">
              <a:lnSpc>
                <a:spcPct val="100000"/>
              </a:lnSpc>
              <a:spcBef>
                <a:spcPts val="0"/>
              </a:spcBef>
              <a:spcAft>
                <a:spcPts val="0"/>
              </a:spcAft>
              <a:buSzPts val="2400"/>
              <a:buNone/>
              <a:defRPr sz="3600">
                <a:solidFill>
                  <a:schemeClr val="accent2"/>
                </a:solidFill>
              </a:defRPr>
            </a:lvl7pPr>
            <a:lvl8pPr lvl="7" algn="ctr">
              <a:lnSpc>
                <a:spcPct val="100000"/>
              </a:lnSpc>
              <a:spcBef>
                <a:spcPts val="0"/>
              </a:spcBef>
              <a:spcAft>
                <a:spcPts val="0"/>
              </a:spcAft>
              <a:buSzPts val="2400"/>
              <a:buNone/>
              <a:defRPr sz="3600">
                <a:solidFill>
                  <a:schemeClr val="accent2"/>
                </a:solidFill>
              </a:defRPr>
            </a:lvl8pPr>
            <a:lvl9pPr lvl="8" algn="ctr">
              <a:lnSpc>
                <a:spcPct val="100000"/>
              </a:lnSpc>
              <a:spcBef>
                <a:spcPts val="0"/>
              </a:spcBef>
              <a:spcAft>
                <a:spcPts val="0"/>
              </a:spcAft>
              <a:buSzPts val="2400"/>
              <a:buNone/>
              <a:defRPr sz="3600">
                <a:solidFill>
                  <a:schemeClr val="accent2"/>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32"/>
        <p:cNvGrpSpPr/>
        <p:nvPr/>
      </p:nvGrpSpPr>
      <p:grpSpPr>
        <a:xfrm>
          <a:off x="0" y="0"/>
          <a:ext cx="0" cy="0"/>
          <a:chOff x="0" y="0"/>
          <a:chExt cx="0" cy="0"/>
        </a:xfrm>
      </p:grpSpPr>
      <p:sp>
        <p:nvSpPr>
          <p:cNvPr id="33" name="Google Shape;33;p33"/>
          <p:cNvSpPr txBox="1">
            <a:spLocks noGrp="1"/>
          </p:cNvSpPr>
          <p:nvPr>
            <p:ph type="ctrTitle"/>
          </p:nvPr>
        </p:nvSpPr>
        <p:spPr>
          <a:xfrm>
            <a:off x="4007825" y="1945343"/>
            <a:ext cx="4535700" cy="8229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400"/>
              <a:buNone/>
              <a:defRPr sz="6000">
                <a:solidFill>
                  <a:schemeClr val="accent1"/>
                </a:solidFill>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34" name="Google Shape;34;p33"/>
          <p:cNvSpPr txBox="1">
            <a:spLocks noGrp="1"/>
          </p:cNvSpPr>
          <p:nvPr>
            <p:ph type="subTitle" idx="1"/>
          </p:nvPr>
        </p:nvSpPr>
        <p:spPr>
          <a:xfrm>
            <a:off x="5621050" y="2620363"/>
            <a:ext cx="2922300" cy="577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a:endParaRPr/>
          </a:p>
        </p:txBody>
      </p:sp>
      <p:sp>
        <p:nvSpPr>
          <p:cNvPr id="35" name="Google Shape;35;p33"/>
          <p:cNvSpPr txBox="1">
            <a:spLocks noGrp="1"/>
          </p:cNvSpPr>
          <p:nvPr>
            <p:ph type="title" idx="2"/>
          </p:nvPr>
        </p:nvSpPr>
        <p:spPr>
          <a:xfrm>
            <a:off x="2595072" y="2093275"/>
            <a:ext cx="10530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5500"/>
              <a:buNone/>
              <a:defRPr sz="7200">
                <a:solidFill>
                  <a:schemeClr val="lt1"/>
                </a:solidFill>
              </a:defRPr>
            </a:lvl1pPr>
            <a:lvl2pPr lvl="1"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Header 2">
  <p:cSld name="CUSTOM_6">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34"/>
          <p:cNvSpPr txBox="1">
            <a:spLocks noGrp="1"/>
          </p:cNvSpPr>
          <p:nvPr>
            <p:ph type="ctrTitle"/>
          </p:nvPr>
        </p:nvSpPr>
        <p:spPr>
          <a:xfrm flipH="1">
            <a:off x="612075" y="1881706"/>
            <a:ext cx="4182900" cy="1123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6000">
                <a:solidFill>
                  <a:schemeClr val="accent1"/>
                </a:solidFill>
              </a:defRPr>
            </a:lvl1pPr>
            <a:lvl2pPr lvl="1" algn="l">
              <a:lnSpc>
                <a:spcPct val="100000"/>
              </a:lnSpc>
              <a:spcBef>
                <a:spcPts val="0"/>
              </a:spcBef>
              <a:spcAft>
                <a:spcPts val="0"/>
              </a:spcAft>
              <a:buClr>
                <a:srgbClr val="434343"/>
              </a:buClr>
              <a:buSzPts val="1800"/>
              <a:buNone/>
              <a:defRPr sz="1800">
                <a:solidFill>
                  <a:srgbClr val="434343"/>
                </a:solidFill>
              </a:defRPr>
            </a:lvl2pPr>
            <a:lvl3pPr lvl="2" algn="l">
              <a:lnSpc>
                <a:spcPct val="100000"/>
              </a:lnSpc>
              <a:spcBef>
                <a:spcPts val="0"/>
              </a:spcBef>
              <a:spcAft>
                <a:spcPts val="0"/>
              </a:spcAft>
              <a:buClr>
                <a:srgbClr val="434343"/>
              </a:buClr>
              <a:buSzPts val="1800"/>
              <a:buNone/>
              <a:defRPr sz="1800">
                <a:solidFill>
                  <a:srgbClr val="434343"/>
                </a:solidFill>
              </a:defRPr>
            </a:lvl3pPr>
            <a:lvl4pPr lvl="3" algn="l">
              <a:lnSpc>
                <a:spcPct val="100000"/>
              </a:lnSpc>
              <a:spcBef>
                <a:spcPts val="0"/>
              </a:spcBef>
              <a:spcAft>
                <a:spcPts val="0"/>
              </a:spcAft>
              <a:buClr>
                <a:srgbClr val="434343"/>
              </a:buClr>
              <a:buSzPts val="1800"/>
              <a:buNone/>
              <a:defRPr sz="1800">
                <a:solidFill>
                  <a:srgbClr val="434343"/>
                </a:solidFill>
              </a:defRPr>
            </a:lvl4pPr>
            <a:lvl5pPr lvl="4" algn="l">
              <a:lnSpc>
                <a:spcPct val="100000"/>
              </a:lnSpc>
              <a:spcBef>
                <a:spcPts val="0"/>
              </a:spcBef>
              <a:spcAft>
                <a:spcPts val="0"/>
              </a:spcAft>
              <a:buClr>
                <a:srgbClr val="434343"/>
              </a:buClr>
              <a:buSzPts val="1800"/>
              <a:buNone/>
              <a:defRPr sz="1800">
                <a:solidFill>
                  <a:srgbClr val="434343"/>
                </a:solidFill>
              </a:defRPr>
            </a:lvl5pPr>
            <a:lvl6pPr lvl="5" algn="l">
              <a:lnSpc>
                <a:spcPct val="100000"/>
              </a:lnSpc>
              <a:spcBef>
                <a:spcPts val="0"/>
              </a:spcBef>
              <a:spcAft>
                <a:spcPts val="0"/>
              </a:spcAft>
              <a:buClr>
                <a:srgbClr val="434343"/>
              </a:buClr>
              <a:buSzPts val="1800"/>
              <a:buNone/>
              <a:defRPr sz="1800">
                <a:solidFill>
                  <a:srgbClr val="434343"/>
                </a:solidFill>
              </a:defRPr>
            </a:lvl6pPr>
            <a:lvl7pPr lvl="6" algn="l">
              <a:lnSpc>
                <a:spcPct val="100000"/>
              </a:lnSpc>
              <a:spcBef>
                <a:spcPts val="0"/>
              </a:spcBef>
              <a:spcAft>
                <a:spcPts val="0"/>
              </a:spcAft>
              <a:buClr>
                <a:srgbClr val="434343"/>
              </a:buClr>
              <a:buSzPts val="1800"/>
              <a:buNone/>
              <a:defRPr sz="1800">
                <a:solidFill>
                  <a:srgbClr val="434343"/>
                </a:solidFill>
              </a:defRPr>
            </a:lvl7pPr>
            <a:lvl8pPr lvl="7" algn="l">
              <a:lnSpc>
                <a:spcPct val="100000"/>
              </a:lnSpc>
              <a:spcBef>
                <a:spcPts val="0"/>
              </a:spcBef>
              <a:spcAft>
                <a:spcPts val="0"/>
              </a:spcAft>
              <a:buClr>
                <a:srgbClr val="434343"/>
              </a:buClr>
              <a:buSzPts val="1800"/>
              <a:buNone/>
              <a:defRPr sz="1800">
                <a:solidFill>
                  <a:srgbClr val="434343"/>
                </a:solidFill>
              </a:defRPr>
            </a:lvl8pPr>
            <a:lvl9pPr lvl="8" algn="l">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38" name="Google Shape;38;p34"/>
          <p:cNvSpPr txBox="1">
            <a:spLocks noGrp="1"/>
          </p:cNvSpPr>
          <p:nvPr>
            <p:ph type="subTitle" idx="1"/>
          </p:nvPr>
        </p:nvSpPr>
        <p:spPr>
          <a:xfrm flipH="1">
            <a:off x="612075" y="2837144"/>
            <a:ext cx="2559900" cy="57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a:endParaRPr/>
          </a:p>
        </p:txBody>
      </p:sp>
      <p:sp>
        <p:nvSpPr>
          <p:cNvPr id="39" name="Google Shape;39;p34"/>
          <p:cNvSpPr txBox="1">
            <a:spLocks noGrp="1"/>
          </p:cNvSpPr>
          <p:nvPr>
            <p:ph type="title" idx="2"/>
          </p:nvPr>
        </p:nvSpPr>
        <p:spPr>
          <a:xfrm flipH="1">
            <a:off x="4880701" y="2478400"/>
            <a:ext cx="13119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500"/>
              <a:buNone/>
              <a:defRPr sz="7200">
                <a:solidFill>
                  <a:schemeClr val="lt1"/>
                </a:solidFill>
              </a:defRPr>
            </a:lvl1pPr>
            <a:lvl2pPr lvl="1"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Header 3">
  <p:cSld name="CUSTOM_6_1">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35"/>
          <p:cNvSpPr txBox="1">
            <a:spLocks noGrp="1"/>
          </p:cNvSpPr>
          <p:nvPr>
            <p:ph type="ctrTitle"/>
          </p:nvPr>
        </p:nvSpPr>
        <p:spPr>
          <a:xfrm>
            <a:off x="619650" y="2247705"/>
            <a:ext cx="2559900" cy="7575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6000">
                <a:solidFill>
                  <a:schemeClr val="accen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2" name="Google Shape;42;p35"/>
          <p:cNvSpPr txBox="1">
            <a:spLocks noGrp="1"/>
          </p:cNvSpPr>
          <p:nvPr>
            <p:ph type="subTitle" idx="1"/>
          </p:nvPr>
        </p:nvSpPr>
        <p:spPr>
          <a:xfrm>
            <a:off x="619650" y="2837337"/>
            <a:ext cx="2559900" cy="57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a:endParaRPr/>
          </a:p>
        </p:txBody>
      </p:sp>
      <p:sp>
        <p:nvSpPr>
          <p:cNvPr id="43" name="Google Shape;43;p35"/>
          <p:cNvSpPr txBox="1">
            <a:spLocks noGrp="1"/>
          </p:cNvSpPr>
          <p:nvPr>
            <p:ph type="title" idx="2"/>
          </p:nvPr>
        </p:nvSpPr>
        <p:spPr>
          <a:xfrm>
            <a:off x="4145650" y="2884438"/>
            <a:ext cx="22407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500"/>
              <a:buNone/>
              <a:defRPr sz="7200">
                <a:solidFill>
                  <a:schemeClr val="lt1"/>
                </a:solidFill>
              </a:defRPr>
            </a:lvl1pPr>
            <a:lvl2pPr lvl="1"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Clr>
                <a:schemeClr val="lt2"/>
              </a:buClr>
              <a:buSzPts val="5500"/>
              <a:buFont typeface="Fira Sans Extra Condensed Medium"/>
              <a:buNone/>
              <a:defRPr sz="5500">
                <a:solidFill>
                  <a:schemeClr val="lt2"/>
                </a:solidFill>
                <a:latin typeface="Fira Sans Extra Condensed Medium"/>
                <a:ea typeface="Fira Sans Extra Condensed Medium"/>
                <a:cs typeface="Fira Sans Extra Condensed Medium"/>
                <a:sym typeface="Fira Sans Extra Condensed Medium"/>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Header 4">
  <p:cSld name="CUSTOM_6_1_1_1">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36"/>
          <p:cNvSpPr txBox="1">
            <a:spLocks noGrp="1"/>
          </p:cNvSpPr>
          <p:nvPr>
            <p:ph type="ctrTitle"/>
          </p:nvPr>
        </p:nvSpPr>
        <p:spPr>
          <a:xfrm flipH="1">
            <a:off x="4847211" y="2553180"/>
            <a:ext cx="3690300" cy="4533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400"/>
              <a:buNone/>
              <a:defRPr sz="6000">
                <a:solidFill>
                  <a:schemeClr val="accen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6" name="Google Shape;46;p36"/>
          <p:cNvSpPr txBox="1">
            <a:spLocks noGrp="1"/>
          </p:cNvSpPr>
          <p:nvPr>
            <p:ph type="subTitle" idx="1"/>
          </p:nvPr>
        </p:nvSpPr>
        <p:spPr>
          <a:xfrm flipH="1">
            <a:off x="5977611" y="2837721"/>
            <a:ext cx="2559900" cy="577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a:endParaRPr/>
          </a:p>
        </p:txBody>
      </p:sp>
      <p:sp>
        <p:nvSpPr>
          <p:cNvPr id="47" name="Google Shape;47;p36"/>
          <p:cNvSpPr txBox="1">
            <a:spLocks noGrp="1"/>
          </p:cNvSpPr>
          <p:nvPr>
            <p:ph type="title" idx="2"/>
          </p:nvPr>
        </p:nvSpPr>
        <p:spPr>
          <a:xfrm flipH="1">
            <a:off x="2133750" y="2079350"/>
            <a:ext cx="20001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500"/>
              <a:buNone/>
              <a:defRPr sz="7200">
                <a:solidFill>
                  <a:schemeClr val="lt1"/>
                </a:solidFill>
              </a:defRPr>
            </a:lvl1pPr>
            <a:lvl2pPr lvl="1"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Header 5">
  <p:cSld name="CUSTOM_6_1_1">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37"/>
          <p:cNvSpPr txBox="1">
            <a:spLocks noGrp="1"/>
          </p:cNvSpPr>
          <p:nvPr>
            <p:ph type="ctrTitle"/>
          </p:nvPr>
        </p:nvSpPr>
        <p:spPr>
          <a:xfrm flipH="1">
            <a:off x="2726850" y="2897239"/>
            <a:ext cx="3690300" cy="453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400"/>
              <a:buNone/>
              <a:defRPr sz="6000">
                <a:solidFill>
                  <a:schemeClr val="accent1"/>
                </a:solidFill>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a:endParaRPr/>
          </a:p>
        </p:txBody>
      </p:sp>
      <p:sp>
        <p:nvSpPr>
          <p:cNvPr id="50" name="Google Shape;50;p37"/>
          <p:cNvSpPr txBox="1">
            <a:spLocks noGrp="1"/>
          </p:cNvSpPr>
          <p:nvPr>
            <p:ph type="subTitle" idx="1"/>
          </p:nvPr>
        </p:nvSpPr>
        <p:spPr>
          <a:xfrm flipH="1">
            <a:off x="3292050" y="3488360"/>
            <a:ext cx="2559900" cy="57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a:endParaRPr/>
          </a:p>
        </p:txBody>
      </p:sp>
      <p:sp>
        <p:nvSpPr>
          <p:cNvPr id="51" name="Google Shape;51;p37"/>
          <p:cNvSpPr txBox="1">
            <a:spLocks noGrp="1"/>
          </p:cNvSpPr>
          <p:nvPr>
            <p:ph type="title" idx="2"/>
          </p:nvPr>
        </p:nvSpPr>
        <p:spPr>
          <a:xfrm flipH="1">
            <a:off x="3451650" y="1351346"/>
            <a:ext cx="22407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500"/>
              <a:buNone/>
              <a:defRPr sz="7200">
                <a:solidFill>
                  <a:schemeClr val="lt1"/>
                </a:solidFill>
              </a:defRPr>
            </a:lvl1pPr>
            <a:lvl2pPr lvl="1"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_9">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38"/>
          <p:cNvSpPr txBox="1">
            <a:spLocks noGrp="1"/>
          </p:cNvSpPr>
          <p:nvPr>
            <p:ph type="ctrTitle"/>
          </p:nvPr>
        </p:nvSpPr>
        <p:spPr>
          <a:xfrm flipH="1">
            <a:off x="773250" y="1735721"/>
            <a:ext cx="2504100" cy="57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solidFill>
                  <a:schemeClr val="accent1"/>
                </a:solidFill>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54" name="Google Shape;54;p38"/>
          <p:cNvSpPr txBox="1">
            <a:spLocks noGrp="1"/>
          </p:cNvSpPr>
          <p:nvPr>
            <p:ph type="subTitle" idx="1"/>
          </p:nvPr>
        </p:nvSpPr>
        <p:spPr>
          <a:xfrm flipH="1">
            <a:off x="773250" y="2243946"/>
            <a:ext cx="2504100" cy="74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55" name="Google Shape;55;p38"/>
          <p:cNvSpPr txBox="1">
            <a:spLocks noGrp="1"/>
          </p:cNvSpPr>
          <p:nvPr>
            <p:ph type="title" idx="2"/>
          </p:nvPr>
        </p:nvSpPr>
        <p:spPr>
          <a:xfrm>
            <a:off x="1760724" y="1238601"/>
            <a:ext cx="5292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500"/>
              <a:buNone/>
              <a:defRPr sz="3600"/>
            </a:lvl1pPr>
            <a:lvl2pPr lvl="1"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endParaRPr/>
          </a:p>
        </p:txBody>
      </p:sp>
      <p:sp>
        <p:nvSpPr>
          <p:cNvPr id="56" name="Google Shape;56;p38"/>
          <p:cNvSpPr txBox="1">
            <a:spLocks noGrp="1"/>
          </p:cNvSpPr>
          <p:nvPr>
            <p:ph type="ctrTitle" idx="3"/>
          </p:nvPr>
        </p:nvSpPr>
        <p:spPr>
          <a:xfrm flipH="1">
            <a:off x="3379651" y="1735789"/>
            <a:ext cx="2384700" cy="57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solidFill>
                  <a:schemeClr val="accent1"/>
                </a:solidFill>
              </a:defRPr>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57" name="Google Shape;57;p38"/>
          <p:cNvSpPr txBox="1">
            <a:spLocks noGrp="1"/>
          </p:cNvSpPr>
          <p:nvPr>
            <p:ph type="subTitle" idx="4"/>
          </p:nvPr>
        </p:nvSpPr>
        <p:spPr>
          <a:xfrm flipH="1">
            <a:off x="3277350" y="2243949"/>
            <a:ext cx="2589300" cy="74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58" name="Google Shape;58;p38"/>
          <p:cNvSpPr txBox="1">
            <a:spLocks noGrp="1"/>
          </p:cNvSpPr>
          <p:nvPr>
            <p:ph type="title" idx="5"/>
          </p:nvPr>
        </p:nvSpPr>
        <p:spPr>
          <a:xfrm>
            <a:off x="4098299" y="1238612"/>
            <a:ext cx="9474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500"/>
              <a:buNone/>
              <a:defRPr sz="3600"/>
            </a:lvl1pPr>
            <a:lvl2pPr lvl="1"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endParaRPr/>
          </a:p>
        </p:txBody>
      </p:sp>
      <p:sp>
        <p:nvSpPr>
          <p:cNvPr id="59" name="Google Shape;59;p38"/>
          <p:cNvSpPr txBox="1">
            <a:spLocks noGrp="1"/>
          </p:cNvSpPr>
          <p:nvPr>
            <p:ph type="ctrTitle" idx="6"/>
          </p:nvPr>
        </p:nvSpPr>
        <p:spPr>
          <a:xfrm flipH="1">
            <a:off x="5792712" y="1742097"/>
            <a:ext cx="2453100" cy="57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solidFill>
                  <a:schemeClr val="accent1"/>
                </a:solidFill>
              </a:defRPr>
            </a:lvl1pPr>
            <a:lvl2pPr lvl="1" algn="l">
              <a:lnSpc>
                <a:spcPct val="100000"/>
              </a:lnSpc>
              <a:spcBef>
                <a:spcPts val="0"/>
              </a:spcBef>
              <a:spcAft>
                <a:spcPts val="0"/>
              </a:spcAft>
              <a:buClr>
                <a:srgbClr val="434343"/>
              </a:buClr>
              <a:buSzPts val="1800"/>
              <a:buNone/>
              <a:defRPr sz="1800">
                <a:solidFill>
                  <a:srgbClr val="434343"/>
                </a:solidFill>
              </a:defRPr>
            </a:lvl2pPr>
            <a:lvl3pPr lvl="2" algn="l">
              <a:lnSpc>
                <a:spcPct val="100000"/>
              </a:lnSpc>
              <a:spcBef>
                <a:spcPts val="0"/>
              </a:spcBef>
              <a:spcAft>
                <a:spcPts val="0"/>
              </a:spcAft>
              <a:buClr>
                <a:srgbClr val="434343"/>
              </a:buClr>
              <a:buSzPts val="1800"/>
              <a:buNone/>
              <a:defRPr sz="1800">
                <a:solidFill>
                  <a:srgbClr val="434343"/>
                </a:solidFill>
              </a:defRPr>
            </a:lvl3pPr>
            <a:lvl4pPr lvl="3" algn="l">
              <a:lnSpc>
                <a:spcPct val="100000"/>
              </a:lnSpc>
              <a:spcBef>
                <a:spcPts val="0"/>
              </a:spcBef>
              <a:spcAft>
                <a:spcPts val="0"/>
              </a:spcAft>
              <a:buClr>
                <a:srgbClr val="434343"/>
              </a:buClr>
              <a:buSzPts val="1800"/>
              <a:buNone/>
              <a:defRPr sz="1800">
                <a:solidFill>
                  <a:srgbClr val="434343"/>
                </a:solidFill>
              </a:defRPr>
            </a:lvl4pPr>
            <a:lvl5pPr lvl="4" algn="l">
              <a:lnSpc>
                <a:spcPct val="100000"/>
              </a:lnSpc>
              <a:spcBef>
                <a:spcPts val="0"/>
              </a:spcBef>
              <a:spcAft>
                <a:spcPts val="0"/>
              </a:spcAft>
              <a:buClr>
                <a:srgbClr val="434343"/>
              </a:buClr>
              <a:buSzPts val="1800"/>
              <a:buNone/>
              <a:defRPr sz="1800">
                <a:solidFill>
                  <a:srgbClr val="434343"/>
                </a:solidFill>
              </a:defRPr>
            </a:lvl5pPr>
            <a:lvl6pPr lvl="5" algn="l">
              <a:lnSpc>
                <a:spcPct val="100000"/>
              </a:lnSpc>
              <a:spcBef>
                <a:spcPts val="0"/>
              </a:spcBef>
              <a:spcAft>
                <a:spcPts val="0"/>
              </a:spcAft>
              <a:buClr>
                <a:srgbClr val="434343"/>
              </a:buClr>
              <a:buSzPts val="1800"/>
              <a:buNone/>
              <a:defRPr sz="1800">
                <a:solidFill>
                  <a:srgbClr val="434343"/>
                </a:solidFill>
              </a:defRPr>
            </a:lvl6pPr>
            <a:lvl7pPr lvl="6" algn="l">
              <a:lnSpc>
                <a:spcPct val="100000"/>
              </a:lnSpc>
              <a:spcBef>
                <a:spcPts val="0"/>
              </a:spcBef>
              <a:spcAft>
                <a:spcPts val="0"/>
              </a:spcAft>
              <a:buClr>
                <a:srgbClr val="434343"/>
              </a:buClr>
              <a:buSzPts val="1800"/>
              <a:buNone/>
              <a:defRPr sz="1800">
                <a:solidFill>
                  <a:srgbClr val="434343"/>
                </a:solidFill>
              </a:defRPr>
            </a:lvl7pPr>
            <a:lvl8pPr lvl="7" algn="l">
              <a:lnSpc>
                <a:spcPct val="100000"/>
              </a:lnSpc>
              <a:spcBef>
                <a:spcPts val="0"/>
              </a:spcBef>
              <a:spcAft>
                <a:spcPts val="0"/>
              </a:spcAft>
              <a:buClr>
                <a:srgbClr val="434343"/>
              </a:buClr>
              <a:buSzPts val="1800"/>
              <a:buNone/>
              <a:defRPr sz="1800">
                <a:solidFill>
                  <a:srgbClr val="434343"/>
                </a:solidFill>
              </a:defRPr>
            </a:lvl8pPr>
            <a:lvl9pPr lvl="8" algn="l">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60" name="Google Shape;60;p38"/>
          <p:cNvSpPr txBox="1">
            <a:spLocks noGrp="1"/>
          </p:cNvSpPr>
          <p:nvPr>
            <p:ph type="subTitle" idx="7"/>
          </p:nvPr>
        </p:nvSpPr>
        <p:spPr>
          <a:xfrm flipH="1">
            <a:off x="5724613" y="2243940"/>
            <a:ext cx="2589300" cy="74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a:endParaRPr/>
          </a:p>
        </p:txBody>
      </p:sp>
      <p:sp>
        <p:nvSpPr>
          <p:cNvPr id="61" name="Google Shape;61;p38"/>
          <p:cNvSpPr txBox="1">
            <a:spLocks noGrp="1"/>
          </p:cNvSpPr>
          <p:nvPr>
            <p:ph type="title" idx="8"/>
          </p:nvPr>
        </p:nvSpPr>
        <p:spPr>
          <a:xfrm>
            <a:off x="6492612" y="1239070"/>
            <a:ext cx="10533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500"/>
              <a:buNone/>
              <a:defRPr sz="3600"/>
            </a:lvl1pPr>
            <a:lvl2pPr lvl="1"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endParaRPr/>
          </a:p>
        </p:txBody>
      </p:sp>
      <p:sp>
        <p:nvSpPr>
          <p:cNvPr id="62" name="Google Shape;62;p38"/>
          <p:cNvSpPr txBox="1">
            <a:spLocks noGrp="1"/>
          </p:cNvSpPr>
          <p:nvPr>
            <p:ph type="ctrTitle" idx="9"/>
          </p:nvPr>
        </p:nvSpPr>
        <p:spPr>
          <a:xfrm flipH="1">
            <a:off x="2042356" y="3407989"/>
            <a:ext cx="2453100" cy="57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solidFill>
                  <a:schemeClr val="accent1"/>
                </a:solidFill>
              </a:defRPr>
            </a:lvl1pPr>
            <a:lvl2pPr lvl="1" algn="l">
              <a:lnSpc>
                <a:spcPct val="100000"/>
              </a:lnSpc>
              <a:spcBef>
                <a:spcPts val="0"/>
              </a:spcBef>
              <a:spcAft>
                <a:spcPts val="0"/>
              </a:spcAft>
              <a:buClr>
                <a:srgbClr val="434343"/>
              </a:buClr>
              <a:buSzPts val="1800"/>
              <a:buNone/>
              <a:defRPr sz="1800">
                <a:solidFill>
                  <a:srgbClr val="434343"/>
                </a:solidFill>
              </a:defRPr>
            </a:lvl2pPr>
            <a:lvl3pPr lvl="2" algn="l">
              <a:lnSpc>
                <a:spcPct val="100000"/>
              </a:lnSpc>
              <a:spcBef>
                <a:spcPts val="0"/>
              </a:spcBef>
              <a:spcAft>
                <a:spcPts val="0"/>
              </a:spcAft>
              <a:buClr>
                <a:srgbClr val="434343"/>
              </a:buClr>
              <a:buSzPts val="1800"/>
              <a:buNone/>
              <a:defRPr sz="1800">
                <a:solidFill>
                  <a:srgbClr val="434343"/>
                </a:solidFill>
              </a:defRPr>
            </a:lvl3pPr>
            <a:lvl4pPr lvl="3" algn="l">
              <a:lnSpc>
                <a:spcPct val="100000"/>
              </a:lnSpc>
              <a:spcBef>
                <a:spcPts val="0"/>
              </a:spcBef>
              <a:spcAft>
                <a:spcPts val="0"/>
              </a:spcAft>
              <a:buClr>
                <a:srgbClr val="434343"/>
              </a:buClr>
              <a:buSzPts val="1800"/>
              <a:buNone/>
              <a:defRPr sz="1800">
                <a:solidFill>
                  <a:srgbClr val="434343"/>
                </a:solidFill>
              </a:defRPr>
            </a:lvl4pPr>
            <a:lvl5pPr lvl="4" algn="l">
              <a:lnSpc>
                <a:spcPct val="100000"/>
              </a:lnSpc>
              <a:spcBef>
                <a:spcPts val="0"/>
              </a:spcBef>
              <a:spcAft>
                <a:spcPts val="0"/>
              </a:spcAft>
              <a:buClr>
                <a:srgbClr val="434343"/>
              </a:buClr>
              <a:buSzPts val="1800"/>
              <a:buNone/>
              <a:defRPr sz="1800">
                <a:solidFill>
                  <a:srgbClr val="434343"/>
                </a:solidFill>
              </a:defRPr>
            </a:lvl5pPr>
            <a:lvl6pPr lvl="5" algn="l">
              <a:lnSpc>
                <a:spcPct val="100000"/>
              </a:lnSpc>
              <a:spcBef>
                <a:spcPts val="0"/>
              </a:spcBef>
              <a:spcAft>
                <a:spcPts val="0"/>
              </a:spcAft>
              <a:buClr>
                <a:srgbClr val="434343"/>
              </a:buClr>
              <a:buSzPts val="1800"/>
              <a:buNone/>
              <a:defRPr sz="1800">
                <a:solidFill>
                  <a:srgbClr val="434343"/>
                </a:solidFill>
              </a:defRPr>
            </a:lvl6pPr>
            <a:lvl7pPr lvl="6" algn="l">
              <a:lnSpc>
                <a:spcPct val="100000"/>
              </a:lnSpc>
              <a:spcBef>
                <a:spcPts val="0"/>
              </a:spcBef>
              <a:spcAft>
                <a:spcPts val="0"/>
              </a:spcAft>
              <a:buClr>
                <a:srgbClr val="434343"/>
              </a:buClr>
              <a:buSzPts val="1800"/>
              <a:buNone/>
              <a:defRPr sz="1800">
                <a:solidFill>
                  <a:srgbClr val="434343"/>
                </a:solidFill>
              </a:defRPr>
            </a:lvl7pPr>
            <a:lvl8pPr lvl="7" algn="l">
              <a:lnSpc>
                <a:spcPct val="100000"/>
              </a:lnSpc>
              <a:spcBef>
                <a:spcPts val="0"/>
              </a:spcBef>
              <a:spcAft>
                <a:spcPts val="0"/>
              </a:spcAft>
              <a:buClr>
                <a:srgbClr val="434343"/>
              </a:buClr>
              <a:buSzPts val="1800"/>
              <a:buNone/>
              <a:defRPr sz="1800">
                <a:solidFill>
                  <a:srgbClr val="434343"/>
                </a:solidFill>
              </a:defRPr>
            </a:lvl8pPr>
            <a:lvl9pPr lvl="8" algn="l">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63" name="Google Shape;63;p38"/>
          <p:cNvSpPr txBox="1">
            <a:spLocks noGrp="1"/>
          </p:cNvSpPr>
          <p:nvPr>
            <p:ph type="subTitle" idx="13"/>
          </p:nvPr>
        </p:nvSpPr>
        <p:spPr>
          <a:xfrm flipH="1">
            <a:off x="2042356" y="3918766"/>
            <a:ext cx="2453100" cy="57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a:endParaRPr/>
          </a:p>
        </p:txBody>
      </p:sp>
      <p:sp>
        <p:nvSpPr>
          <p:cNvPr id="64" name="Google Shape;64;p38"/>
          <p:cNvSpPr txBox="1">
            <a:spLocks noGrp="1"/>
          </p:cNvSpPr>
          <p:nvPr>
            <p:ph type="title" idx="14"/>
          </p:nvPr>
        </p:nvSpPr>
        <p:spPr>
          <a:xfrm>
            <a:off x="2795206" y="2903084"/>
            <a:ext cx="9474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500"/>
              <a:buNone/>
              <a:defRPr sz="3600"/>
            </a:lvl1pPr>
            <a:lvl2pPr lvl="1"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endParaRPr/>
          </a:p>
        </p:txBody>
      </p:sp>
      <p:sp>
        <p:nvSpPr>
          <p:cNvPr id="65" name="Google Shape;65;p38"/>
          <p:cNvSpPr txBox="1">
            <a:spLocks noGrp="1"/>
          </p:cNvSpPr>
          <p:nvPr>
            <p:ph type="ctrTitle" idx="15"/>
          </p:nvPr>
        </p:nvSpPr>
        <p:spPr>
          <a:xfrm flipH="1">
            <a:off x="4571146" y="3407989"/>
            <a:ext cx="2453100" cy="577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None/>
              <a:defRPr>
                <a:solidFill>
                  <a:schemeClr val="accent1"/>
                </a:solidFill>
              </a:defRPr>
            </a:lvl1pPr>
            <a:lvl2pPr lvl="1" algn="l">
              <a:lnSpc>
                <a:spcPct val="100000"/>
              </a:lnSpc>
              <a:spcBef>
                <a:spcPts val="0"/>
              </a:spcBef>
              <a:spcAft>
                <a:spcPts val="0"/>
              </a:spcAft>
              <a:buClr>
                <a:srgbClr val="434343"/>
              </a:buClr>
              <a:buSzPts val="1800"/>
              <a:buNone/>
              <a:defRPr sz="1800">
                <a:solidFill>
                  <a:srgbClr val="434343"/>
                </a:solidFill>
              </a:defRPr>
            </a:lvl2pPr>
            <a:lvl3pPr lvl="2" algn="l">
              <a:lnSpc>
                <a:spcPct val="100000"/>
              </a:lnSpc>
              <a:spcBef>
                <a:spcPts val="0"/>
              </a:spcBef>
              <a:spcAft>
                <a:spcPts val="0"/>
              </a:spcAft>
              <a:buClr>
                <a:srgbClr val="434343"/>
              </a:buClr>
              <a:buSzPts val="1800"/>
              <a:buNone/>
              <a:defRPr sz="1800">
                <a:solidFill>
                  <a:srgbClr val="434343"/>
                </a:solidFill>
              </a:defRPr>
            </a:lvl3pPr>
            <a:lvl4pPr lvl="3" algn="l">
              <a:lnSpc>
                <a:spcPct val="100000"/>
              </a:lnSpc>
              <a:spcBef>
                <a:spcPts val="0"/>
              </a:spcBef>
              <a:spcAft>
                <a:spcPts val="0"/>
              </a:spcAft>
              <a:buClr>
                <a:srgbClr val="434343"/>
              </a:buClr>
              <a:buSzPts val="1800"/>
              <a:buNone/>
              <a:defRPr sz="1800">
                <a:solidFill>
                  <a:srgbClr val="434343"/>
                </a:solidFill>
              </a:defRPr>
            </a:lvl4pPr>
            <a:lvl5pPr lvl="4" algn="l">
              <a:lnSpc>
                <a:spcPct val="100000"/>
              </a:lnSpc>
              <a:spcBef>
                <a:spcPts val="0"/>
              </a:spcBef>
              <a:spcAft>
                <a:spcPts val="0"/>
              </a:spcAft>
              <a:buClr>
                <a:srgbClr val="434343"/>
              </a:buClr>
              <a:buSzPts val="1800"/>
              <a:buNone/>
              <a:defRPr sz="1800">
                <a:solidFill>
                  <a:srgbClr val="434343"/>
                </a:solidFill>
              </a:defRPr>
            </a:lvl5pPr>
            <a:lvl6pPr lvl="5" algn="l">
              <a:lnSpc>
                <a:spcPct val="100000"/>
              </a:lnSpc>
              <a:spcBef>
                <a:spcPts val="0"/>
              </a:spcBef>
              <a:spcAft>
                <a:spcPts val="0"/>
              </a:spcAft>
              <a:buClr>
                <a:srgbClr val="434343"/>
              </a:buClr>
              <a:buSzPts val="1800"/>
              <a:buNone/>
              <a:defRPr sz="1800">
                <a:solidFill>
                  <a:srgbClr val="434343"/>
                </a:solidFill>
              </a:defRPr>
            </a:lvl6pPr>
            <a:lvl7pPr lvl="6" algn="l">
              <a:lnSpc>
                <a:spcPct val="100000"/>
              </a:lnSpc>
              <a:spcBef>
                <a:spcPts val="0"/>
              </a:spcBef>
              <a:spcAft>
                <a:spcPts val="0"/>
              </a:spcAft>
              <a:buClr>
                <a:srgbClr val="434343"/>
              </a:buClr>
              <a:buSzPts val="1800"/>
              <a:buNone/>
              <a:defRPr sz="1800">
                <a:solidFill>
                  <a:srgbClr val="434343"/>
                </a:solidFill>
              </a:defRPr>
            </a:lvl7pPr>
            <a:lvl8pPr lvl="7" algn="l">
              <a:lnSpc>
                <a:spcPct val="100000"/>
              </a:lnSpc>
              <a:spcBef>
                <a:spcPts val="0"/>
              </a:spcBef>
              <a:spcAft>
                <a:spcPts val="0"/>
              </a:spcAft>
              <a:buClr>
                <a:srgbClr val="434343"/>
              </a:buClr>
              <a:buSzPts val="1800"/>
              <a:buNone/>
              <a:defRPr sz="1800">
                <a:solidFill>
                  <a:srgbClr val="434343"/>
                </a:solidFill>
              </a:defRPr>
            </a:lvl8pPr>
            <a:lvl9pPr lvl="8" algn="l">
              <a:lnSpc>
                <a:spcPct val="100000"/>
              </a:lnSpc>
              <a:spcBef>
                <a:spcPts val="0"/>
              </a:spcBef>
              <a:spcAft>
                <a:spcPts val="0"/>
              </a:spcAft>
              <a:buClr>
                <a:srgbClr val="434343"/>
              </a:buClr>
              <a:buSzPts val="1800"/>
              <a:buNone/>
              <a:defRPr sz="1800">
                <a:solidFill>
                  <a:srgbClr val="434343"/>
                </a:solidFill>
              </a:defRPr>
            </a:lvl9pPr>
          </a:lstStyle>
          <a:p>
            <a:endParaRPr/>
          </a:p>
        </p:txBody>
      </p:sp>
      <p:sp>
        <p:nvSpPr>
          <p:cNvPr id="66" name="Google Shape;66;p38"/>
          <p:cNvSpPr txBox="1">
            <a:spLocks noGrp="1"/>
          </p:cNvSpPr>
          <p:nvPr>
            <p:ph type="subTitle" idx="16"/>
          </p:nvPr>
        </p:nvSpPr>
        <p:spPr>
          <a:xfrm flipH="1">
            <a:off x="4605346" y="3918766"/>
            <a:ext cx="2384700" cy="57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a:endParaRPr/>
          </a:p>
        </p:txBody>
      </p:sp>
      <p:sp>
        <p:nvSpPr>
          <p:cNvPr id="67" name="Google Shape;67;p38"/>
          <p:cNvSpPr txBox="1">
            <a:spLocks noGrp="1"/>
          </p:cNvSpPr>
          <p:nvPr>
            <p:ph type="title" idx="17"/>
          </p:nvPr>
        </p:nvSpPr>
        <p:spPr>
          <a:xfrm>
            <a:off x="5323996" y="2903084"/>
            <a:ext cx="947400" cy="577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500"/>
              <a:buNone/>
              <a:defRPr sz="3600"/>
            </a:lvl1pPr>
            <a:lvl2pPr lvl="1"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5500"/>
              <a:buFont typeface="Fira Sans Extra Condensed Medium"/>
              <a:buNone/>
              <a:defRPr sz="5500">
                <a:latin typeface="Fira Sans Extra Condensed Medium"/>
                <a:ea typeface="Fira Sans Extra Condensed Medium"/>
                <a:cs typeface="Fira Sans Extra Condensed Medium"/>
                <a:sym typeface="Fira Sans Extra Condensed Medium"/>
              </a:defRPr>
            </a:lvl9pPr>
          </a:lstStyle>
          <a:p>
            <a:endParaRPr/>
          </a:p>
        </p:txBody>
      </p:sp>
      <p:sp>
        <p:nvSpPr>
          <p:cNvPr id="68" name="Google Shape;68;p38"/>
          <p:cNvSpPr txBox="1">
            <a:spLocks noGrp="1"/>
          </p:cNvSpPr>
          <p:nvPr>
            <p:ph type="title" idx="18"/>
          </p:nvPr>
        </p:nvSpPr>
        <p:spPr>
          <a:xfrm>
            <a:off x="2421000" y="283608"/>
            <a:ext cx="4302000" cy="630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3600"/>
            </a:lvl1pPr>
            <a:lvl2pPr lvl="1" algn="ctr">
              <a:lnSpc>
                <a:spcPct val="100000"/>
              </a:lnSpc>
              <a:spcBef>
                <a:spcPts val="0"/>
              </a:spcBef>
              <a:spcAft>
                <a:spcPts val="0"/>
              </a:spcAft>
              <a:buSzPts val="2400"/>
              <a:buNone/>
              <a:defRPr sz="3600">
                <a:solidFill>
                  <a:schemeClr val="accent2"/>
                </a:solidFill>
              </a:defRPr>
            </a:lvl2pPr>
            <a:lvl3pPr lvl="2" algn="ctr">
              <a:lnSpc>
                <a:spcPct val="100000"/>
              </a:lnSpc>
              <a:spcBef>
                <a:spcPts val="0"/>
              </a:spcBef>
              <a:spcAft>
                <a:spcPts val="0"/>
              </a:spcAft>
              <a:buSzPts val="2400"/>
              <a:buNone/>
              <a:defRPr sz="3600">
                <a:solidFill>
                  <a:schemeClr val="accent2"/>
                </a:solidFill>
              </a:defRPr>
            </a:lvl3pPr>
            <a:lvl4pPr lvl="3" algn="ctr">
              <a:lnSpc>
                <a:spcPct val="100000"/>
              </a:lnSpc>
              <a:spcBef>
                <a:spcPts val="0"/>
              </a:spcBef>
              <a:spcAft>
                <a:spcPts val="0"/>
              </a:spcAft>
              <a:buSzPts val="2400"/>
              <a:buNone/>
              <a:defRPr sz="3600">
                <a:solidFill>
                  <a:schemeClr val="accent2"/>
                </a:solidFill>
              </a:defRPr>
            </a:lvl4pPr>
            <a:lvl5pPr lvl="4" algn="ctr">
              <a:lnSpc>
                <a:spcPct val="100000"/>
              </a:lnSpc>
              <a:spcBef>
                <a:spcPts val="0"/>
              </a:spcBef>
              <a:spcAft>
                <a:spcPts val="0"/>
              </a:spcAft>
              <a:buSzPts val="2400"/>
              <a:buNone/>
              <a:defRPr sz="3600">
                <a:solidFill>
                  <a:schemeClr val="accent2"/>
                </a:solidFill>
              </a:defRPr>
            </a:lvl5pPr>
            <a:lvl6pPr lvl="5" algn="ctr">
              <a:lnSpc>
                <a:spcPct val="100000"/>
              </a:lnSpc>
              <a:spcBef>
                <a:spcPts val="0"/>
              </a:spcBef>
              <a:spcAft>
                <a:spcPts val="0"/>
              </a:spcAft>
              <a:buSzPts val="2400"/>
              <a:buNone/>
              <a:defRPr sz="3600">
                <a:solidFill>
                  <a:schemeClr val="accent2"/>
                </a:solidFill>
              </a:defRPr>
            </a:lvl6pPr>
            <a:lvl7pPr lvl="6" algn="ctr">
              <a:lnSpc>
                <a:spcPct val="100000"/>
              </a:lnSpc>
              <a:spcBef>
                <a:spcPts val="0"/>
              </a:spcBef>
              <a:spcAft>
                <a:spcPts val="0"/>
              </a:spcAft>
              <a:buSzPts val="2400"/>
              <a:buNone/>
              <a:defRPr sz="3600">
                <a:solidFill>
                  <a:schemeClr val="accent2"/>
                </a:solidFill>
              </a:defRPr>
            </a:lvl7pPr>
            <a:lvl8pPr lvl="7" algn="ctr">
              <a:lnSpc>
                <a:spcPct val="100000"/>
              </a:lnSpc>
              <a:spcBef>
                <a:spcPts val="0"/>
              </a:spcBef>
              <a:spcAft>
                <a:spcPts val="0"/>
              </a:spcAft>
              <a:buSzPts val="2400"/>
              <a:buNone/>
              <a:defRPr sz="3600">
                <a:solidFill>
                  <a:schemeClr val="accent2"/>
                </a:solidFill>
              </a:defRPr>
            </a:lvl8pPr>
            <a:lvl9pPr lvl="8" algn="ctr">
              <a:lnSpc>
                <a:spcPct val="100000"/>
              </a:lnSpc>
              <a:spcBef>
                <a:spcPts val="0"/>
              </a:spcBef>
              <a:spcAft>
                <a:spcPts val="0"/>
              </a:spcAft>
              <a:buSzPts val="2400"/>
              <a:buNone/>
              <a:defRPr sz="3600">
                <a:solidFill>
                  <a:schemeClr val="accent2"/>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p:cSld name="MAIN_POINT">
    <p:bg>
      <p:bgPr>
        <a:blipFill>
          <a:blip r:embed="rId2">
            <a:alphaModFix/>
          </a:blip>
          <a:stretch>
            <a:fillRect/>
          </a:stretch>
        </a:blipFill>
        <a:effectLst/>
      </p:bgPr>
    </p:bg>
    <p:spTree>
      <p:nvGrpSpPr>
        <p:cNvPr id="1" name="Shape 69"/>
        <p:cNvGrpSpPr/>
        <p:nvPr/>
      </p:nvGrpSpPr>
      <p:grpSpPr>
        <a:xfrm>
          <a:off x="0" y="0"/>
          <a:ext cx="0" cy="0"/>
          <a:chOff x="0" y="0"/>
          <a:chExt cx="0" cy="0"/>
        </a:xfrm>
      </p:grpSpPr>
      <p:sp>
        <p:nvSpPr>
          <p:cNvPr id="70" name="Google Shape;70;p39"/>
          <p:cNvSpPr txBox="1">
            <a:spLocks noGrp="1"/>
          </p:cNvSpPr>
          <p:nvPr>
            <p:ph type="title"/>
          </p:nvPr>
        </p:nvSpPr>
        <p:spPr>
          <a:xfrm>
            <a:off x="2208600" y="1016100"/>
            <a:ext cx="4726800" cy="3111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800"/>
              <a:buNone/>
              <a:defRPr sz="6500">
                <a:solidFill>
                  <a:schemeClr val="accent1"/>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71"/>
        <p:cNvGrpSpPr/>
        <p:nvPr/>
      </p:nvGrpSpPr>
      <p:grpSpPr>
        <a:xfrm>
          <a:off x="0" y="0"/>
          <a:ext cx="0" cy="0"/>
          <a:chOff x="0" y="0"/>
          <a:chExt cx="0" cy="0"/>
        </a:xfrm>
      </p:grpSpPr>
      <p:sp>
        <p:nvSpPr>
          <p:cNvPr id="72" name="Google Shape;72;p40"/>
          <p:cNvSpPr txBox="1">
            <a:spLocks noGrp="1"/>
          </p:cNvSpPr>
          <p:nvPr>
            <p:ph type="title"/>
          </p:nvPr>
        </p:nvSpPr>
        <p:spPr>
          <a:xfrm>
            <a:off x="625025" y="35533"/>
            <a:ext cx="4045200" cy="1482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sz="7200">
                <a:solidFill>
                  <a:schemeClr val="accen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3" name="Google Shape;73;p40"/>
          <p:cNvSpPr txBox="1">
            <a:spLocks noGrp="1"/>
          </p:cNvSpPr>
          <p:nvPr>
            <p:ph type="subTitle" idx="1"/>
          </p:nvPr>
        </p:nvSpPr>
        <p:spPr>
          <a:xfrm>
            <a:off x="625025" y="1331190"/>
            <a:ext cx="3375300" cy="1431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11">
    <p:bg>
      <p:bgPr>
        <a:solidFill>
          <a:schemeClr val="lt2"/>
        </a:solidFill>
        <a:effectLst/>
      </p:bgPr>
    </p:bg>
    <p:spTree>
      <p:nvGrpSpPr>
        <p:cNvPr id="1" name="Shape 7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400"/>
              <a:buFont typeface="Teko Light"/>
              <a:buNone/>
              <a:defRPr sz="2400" b="0" i="0" u="none" strike="noStrike" cap="none">
                <a:solidFill>
                  <a:schemeClr val="dk1"/>
                </a:solidFill>
                <a:latin typeface="Teko Light"/>
                <a:ea typeface="Teko Light"/>
                <a:cs typeface="Teko Light"/>
                <a:sym typeface="Teko Light"/>
              </a:defRPr>
            </a:lvl1pPr>
            <a:lvl2pPr marR="0" lvl="1" algn="l" rtl="0">
              <a:lnSpc>
                <a:spcPct val="100000"/>
              </a:lnSpc>
              <a:spcBef>
                <a:spcPts val="0"/>
              </a:spcBef>
              <a:spcAft>
                <a:spcPts val="0"/>
              </a:spcAft>
              <a:buClr>
                <a:schemeClr val="dk1"/>
              </a:buClr>
              <a:buSzPts val="2400"/>
              <a:buFont typeface="Teko Light"/>
              <a:buNone/>
              <a:defRPr sz="2400" b="0" i="0" u="none" strike="noStrike" cap="none">
                <a:solidFill>
                  <a:schemeClr val="dk1"/>
                </a:solidFill>
                <a:latin typeface="Teko Light"/>
                <a:ea typeface="Teko Light"/>
                <a:cs typeface="Teko Light"/>
                <a:sym typeface="Teko Light"/>
              </a:defRPr>
            </a:lvl2pPr>
            <a:lvl3pPr marR="0" lvl="2" algn="l" rtl="0">
              <a:lnSpc>
                <a:spcPct val="100000"/>
              </a:lnSpc>
              <a:spcBef>
                <a:spcPts val="0"/>
              </a:spcBef>
              <a:spcAft>
                <a:spcPts val="0"/>
              </a:spcAft>
              <a:buClr>
                <a:schemeClr val="dk1"/>
              </a:buClr>
              <a:buSzPts val="2400"/>
              <a:buFont typeface="Teko Light"/>
              <a:buNone/>
              <a:defRPr sz="2400" b="0" i="0" u="none" strike="noStrike" cap="none">
                <a:solidFill>
                  <a:schemeClr val="dk1"/>
                </a:solidFill>
                <a:latin typeface="Teko Light"/>
                <a:ea typeface="Teko Light"/>
                <a:cs typeface="Teko Light"/>
                <a:sym typeface="Teko Light"/>
              </a:defRPr>
            </a:lvl3pPr>
            <a:lvl4pPr marR="0" lvl="3" algn="l" rtl="0">
              <a:lnSpc>
                <a:spcPct val="100000"/>
              </a:lnSpc>
              <a:spcBef>
                <a:spcPts val="0"/>
              </a:spcBef>
              <a:spcAft>
                <a:spcPts val="0"/>
              </a:spcAft>
              <a:buClr>
                <a:schemeClr val="dk1"/>
              </a:buClr>
              <a:buSzPts val="2400"/>
              <a:buFont typeface="Teko Light"/>
              <a:buNone/>
              <a:defRPr sz="2400" b="0" i="0" u="none" strike="noStrike" cap="none">
                <a:solidFill>
                  <a:schemeClr val="dk1"/>
                </a:solidFill>
                <a:latin typeface="Teko Light"/>
                <a:ea typeface="Teko Light"/>
                <a:cs typeface="Teko Light"/>
                <a:sym typeface="Teko Light"/>
              </a:defRPr>
            </a:lvl4pPr>
            <a:lvl5pPr marR="0" lvl="4" algn="l" rtl="0">
              <a:lnSpc>
                <a:spcPct val="100000"/>
              </a:lnSpc>
              <a:spcBef>
                <a:spcPts val="0"/>
              </a:spcBef>
              <a:spcAft>
                <a:spcPts val="0"/>
              </a:spcAft>
              <a:buClr>
                <a:schemeClr val="dk1"/>
              </a:buClr>
              <a:buSzPts val="2400"/>
              <a:buFont typeface="Teko Light"/>
              <a:buNone/>
              <a:defRPr sz="2400" b="0" i="0" u="none" strike="noStrike" cap="none">
                <a:solidFill>
                  <a:schemeClr val="dk1"/>
                </a:solidFill>
                <a:latin typeface="Teko Light"/>
                <a:ea typeface="Teko Light"/>
                <a:cs typeface="Teko Light"/>
                <a:sym typeface="Teko Light"/>
              </a:defRPr>
            </a:lvl5pPr>
            <a:lvl6pPr marR="0" lvl="5" algn="l" rtl="0">
              <a:lnSpc>
                <a:spcPct val="100000"/>
              </a:lnSpc>
              <a:spcBef>
                <a:spcPts val="0"/>
              </a:spcBef>
              <a:spcAft>
                <a:spcPts val="0"/>
              </a:spcAft>
              <a:buClr>
                <a:schemeClr val="dk1"/>
              </a:buClr>
              <a:buSzPts val="2400"/>
              <a:buFont typeface="Teko Light"/>
              <a:buNone/>
              <a:defRPr sz="2400" b="0" i="0" u="none" strike="noStrike" cap="none">
                <a:solidFill>
                  <a:schemeClr val="dk1"/>
                </a:solidFill>
                <a:latin typeface="Teko Light"/>
                <a:ea typeface="Teko Light"/>
                <a:cs typeface="Teko Light"/>
                <a:sym typeface="Teko Light"/>
              </a:defRPr>
            </a:lvl6pPr>
            <a:lvl7pPr marR="0" lvl="6" algn="l" rtl="0">
              <a:lnSpc>
                <a:spcPct val="100000"/>
              </a:lnSpc>
              <a:spcBef>
                <a:spcPts val="0"/>
              </a:spcBef>
              <a:spcAft>
                <a:spcPts val="0"/>
              </a:spcAft>
              <a:buClr>
                <a:schemeClr val="dk1"/>
              </a:buClr>
              <a:buSzPts val="2400"/>
              <a:buFont typeface="Teko Light"/>
              <a:buNone/>
              <a:defRPr sz="2400" b="0" i="0" u="none" strike="noStrike" cap="none">
                <a:solidFill>
                  <a:schemeClr val="dk1"/>
                </a:solidFill>
                <a:latin typeface="Teko Light"/>
                <a:ea typeface="Teko Light"/>
                <a:cs typeface="Teko Light"/>
                <a:sym typeface="Teko Light"/>
              </a:defRPr>
            </a:lvl7pPr>
            <a:lvl8pPr marR="0" lvl="7" algn="l" rtl="0">
              <a:lnSpc>
                <a:spcPct val="100000"/>
              </a:lnSpc>
              <a:spcBef>
                <a:spcPts val="0"/>
              </a:spcBef>
              <a:spcAft>
                <a:spcPts val="0"/>
              </a:spcAft>
              <a:buClr>
                <a:schemeClr val="dk1"/>
              </a:buClr>
              <a:buSzPts val="2400"/>
              <a:buFont typeface="Teko Light"/>
              <a:buNone/>
              <a:defRPr sz="2400" b="0" i="0" u="none" strike="noStrike" cap="none">
                <a:solidFill>
                  <a:schemeClr val="dk1"/>
                </a:solidFill>
                <a:latin typeface="Teko Light"/>
                <a:ea typeface="Teko Light"/>
                <a:cs typeface="Teko Light"/>
                <a:sym typeface="Teko Light"/>
              </a:defRPr>
            </a:lvl8pPr>
            <a:lvl9pPr marR="0" lvl="8" algn="l" rtl="0">
              <a:lnSpc>
                <a:spcPct val="100000"/>
              </a:lnSpc>
              <a:spcBef>
                <a:spcPts val="0"/>
              </a:spcBef>
              <a:spcAft>
                <a:spcPts val="0"/>
              </a:spcAft>
              <a:buClr>
                <a:schemeClr val="dk1"/>
              </a:buClr>
              <a:buSzPts val="2400"/>
              <a:buFont typeface="Teko Light"/>
              <a:buNone/>
              <a:defRPr sz="2400" b="0" i="0" u="none" strike="noStrike" cap="none">
                <a:solidFill>
                  <a:schemeClr val="dk1"/>
                </a:solidFill>
                <a:latin typeface="Teko Light"/>
                <a:ea typeface="Teko Light"/>
                <a:cs typeface="Teko Light"/>
                <a:sym typeface="Teko Light"/>
              </a:defRPr>
            </a:lvl9pPr>
          </a:lstStyle>
          <a:p>
            <a:endParaRPr/>
          </a:p>
        </p:txBody>
      </p:sp>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Hind Vadodara Light"/>
              <a:buChar char="●"/>
              <a:defRPr sz="1800" b="0" i="0" u="none" strike="noStrike" cap="none">
                <a:solidFill>
                  <a:schemeClr val="dk1"/>
                </a:solidFill>
                <a:latin typeface="Hind Vadodara Light"/>
                <a:ea typeface="Hind Vadodara Light"/>
                <a:cs typeface="Hind Vadodara Light"/>
                <a:sym typeface="Hind Vadodara Light"/>
              </a:defRPr>
            </a:lvl1pPr>
            <a:lvl2pPr marL="914400" marR="0" lvl="1" indent="-317500" algn="l" rtl="0">
              <a:lnSpc>
                <a:spcPct val="115000"/>
              </a:lnSpc>
              <a:spcBef>
                <a:spcPts val="1600"/>
              </a:spcBef>
              <a:spcAft>
                <a:spcPts val="0"/>
              </a:spcAft>
              <a:buClr>
                <a:schemeClr val="dk1"/>
              </a:buClr>
              <a:buSzPts val="1400"/>
              <a:buFont typeface="Hind Vadodara Light"/>
              <a:buChar char="○"/>
              <a:defRPr sz="1400" b="0" i="0" u="none" strike="noStrike" cap="none">
                <a:solidFill>
                  <a:schemeClr val="dk1"/>
                </a:solidFill>
                <a:latin typeface="Hind Vadodara Light"/>
                <a:ea typeface="Hind Vadodara Light"/>
                <a:cs typeface="Hind Vadodara Light"/>
                <a:sym typeface="Hind Vadodara Light"/>
              </a:defRPr>
            </a:lvl2pPr>
            <a:lvl3pPr marL="1371600" marR="0" lvl="2" indent="-304800" algn="l" rtl="0">
              <a:lnSpc>
                <a:spcPct val="115000"/>
              </a:lnSpc>
              <a:spcBef>
                <a:spcPts val="1600"/>
              </a:spcBef>
              <a:spcAft>
                <a:spcPts val="0"/>
              </a:spcAft>
              <a:buClr>
                <a:schemeClr val="dk1"/>
              </a:buClr>
              <a:buSzPts val="1200"/>
              <a:buFont typeface="Hind Vadodara Light"/>
              <a:buChar char="■"/>
              <a:defRPr sz="1200" b="0" i="0" u="none" strike="noStrike" cap="none">
                <a:solidFill>
                  <a:schemeClr val="dk1"/>
                </a:solidFill>
                <a:latin typeface="Hind Vadodara Light"/>
                <a:ea typeface="Hind Vadodara Light"/>
                <a:cs typeface="Hind Vadodara Light"/>
                <a:sym typeface="Hind Vadodara Light"/>
              </a:defRPr>
            </a:lvl3pPr>
            <a:lvl4pPr marL="1828800" marR="0" lvl="3" indent="-304800" algn="l" rtl="0">
              <a:lnSpc>
                <a:spcPct val="115000"/>
              </a:lnSpc>
              <a:spcBef>
                <a:spcPts val="1600"/>
              </a:spcBef>
              <a:spcAft>
                <a:spcPts val="0"/>
              </a:spcAft>
              <a:buClr>
                <a:schemeClr val="dk1"/>
              </a:buClr>
              <a:buSzPts val="1200"/>
              <a:buFont typeface="Hind Vadodara Light"/>
              <a:buChar char="●"/>
              <a:defRPr sz="1200" b="0" i="0" u="none" strike="noStrike" cap="none">
                <a:solidFill>
                  <a:schemeClr val="dk1"/>
                </a:solidFill>
                <a:latin typeface="Hind Vadodara Light"/>
                <a:ea typeface="Hind Vadodara Light"/>
                <a:cs typeface="Hind Vadodara Light"/>
                <a:sym typeface="Hind Vadodara Light"/>
              </a:defRPr>
            </a:lvl4pPr>
            <a:lvl5pPr marL="2286000" marR="0" lvl="4" indent="-304800" algn="l" rtl="0">
              <a:lnSpc>
                <a:spcPct val="115000"/>
              </a:lnSpc>
              <a:spcBef>
                <a:spcPts val="1600"/>
              </a:spcBef>
              <a:spcAft>
                <a:spcPts val="0"/>
              </a:spcAft>
              <a:buClr>
                <a:schemeClr val="dk1"/>
              </a:buClr>
              <a:buSzPts val="1200"/>
              <a:buFont typeface="Hind Vadodara Light"/>
              <a:buChar char="○"/>
              <a:defRPr sz="1200" b="0" i="0" u="none" strike="noStrike" cap="none">
                <a:solidFill>
                  <a:schemeClr val="dk1"/>
                </a:solidFill>
                <a:latin typeface="Hind Vadodara Light"/>
                <a:ea typeface="Hind Vadodara Light"/>
                <a:cs typeface="Hind Vadodara Light"/>
                <a:sym typeface="Hind Vadodara Light"/>
              </a:defRPr>
            </a:lvl5pPr>
            <a:lvl6pPr marL="2743200" marR="0" lvl="5" indent="-304800" algn="l" rtl="0">
              <a:lnSpc>
                <a:spcPct val="115000"/>
              </a:lnSpc>
              <a:spcBef>
                <a:spcPts val="1600"/>
              </a:spcBef>
              <a:spcAft>
                <a:spcPts val="0"/>
              </a:spcAft>
              <a:buClr>
                <a:schemeClr val="dk1"/>
              </a:buClr>
              <a:buSzPts val="1200"/>
              <a:buFont typeface="Hind Vadodara Light"/>
              <a:buChar char="■"/>
              <a:defRPr sz="1200" b="0" i="0" u="none" strike="noStrike" cap="none">
                <a:solidFill>
                  <a:schemeClr val="dk1"/>
                </a:solidFill>
                <a:latin typeface="Hind Vadodara Light"/>
                <a:ea typeface="Hind Vadodara Light"/>
                <a:cs typeface="Hind Vadodara Light"/>
                <a:sym typeface="Hind Vadodara Light"/>
              </a:defRPr>
            </a:lvl6pPr>
            <a:lvl7pPr marL="3200400" marR="0" lvl="6" indent="-304800" algn="l" rtl="0">
              <a:lnSpc>
                <a:spcPct val="115000"/>
              </a:lnSpc>
              <a:spcBef>
                <a:spcPts val="1600"/>
              </a:spcBef>
              <a:spcAft>
                <a:spcPts val="0"/>
              </a:spcAft>
              <a:buClr>
                <a:schemeClr val="dk1"/>
              </a:buClr>
              <a:buSzPts val="1200"/>
              <a:buFont typeface="Hind Vadodara Light"/>
              <a:buChar char="●"/>
              <a:defRPr sz="1200" b="0" i="0" u="none" strike="noStrike" cap="none">
                <a:solidFill>
                  <a:schemeClr val="dk1"/>
                </a:solidFill>
                <a:latin typeface="Hind Vadodara Light"/>
                <a:ea typeface="Hind Vadodara Light"/>
                <a:cs typeface="Hind Vadodara Light"/>
                <a:sym typeface="Hind Vadodara Light"/>
              </a:defRPr>
            </a:lvl7pPr>
            <a:lvl8pPr marL="3657600" marR="0" lvl="7" indent="-304800" algn="l" rtl="0">
              <a:lnSpc>
                <a:spcPct val="115000"/>
              </a:lnSpc>
              <a:spcBef>
                <a:spcPts val="1600"/>
              </a:spcBef>
              <a:spcAft>
                <a:spcPts val="0"/>
              </a:spcAft>
              <a:buClr>
                <a:schemeClr val="dk1"/>
              </a:buClr>
              <a:buSzPts val="1200"/>
              <a:buFont typeface="Hind Vadodara Light"/>
              <a:buChar char="○"/>
              <a:defRPr sz="1200" b="0" i="0" u="none" strike="noStrike" cap="none">
                <a:solidFill>
                  <a:schemeClr val="dk1"/>
                </a:solidFill>
                <a:latin typeface="Hind Vadodara Light"/>
                <a:ea typeface="Hind Vadodara Light"/>
                <a:cs typeface="Hind Vadodara Light"/>
                <a:sym typeface="Hind Vadodara Light"/>
              </a:defRPr>
            </a:lvl8pPr>
            <a:lvl9pPr marL="4114800" marR="0" lvl="8" indent="-304800" algn="l" rtl="0">
              <a:lnSpc>
                <a:spcPct val="115000"/>
              </a:lnSpc>
              <a:spcBef>
                <a:spcPts val="1600"/>
              </a:spcBef>
              <a:spcAft>
                <a:spcPts val="1600"/>
              </a:spcAft>
              <a:buClr>
                <a:schemeClr val="dk1"/>
              </a:buClr>
              <a:buSzPts val="1200"/>
              <a:buFont typeface="Hind Vadodara Light"/>
              <a:buChar char="■"/>
              <a:defRPr sz="1200" b="0" i="0" u="none" strike="noStrike" cap="none">
                <a:solidFill>
                  <a:schemeClr val="dk1"/>
                </a:solidFill>
                <a:latin typeface="Hind Vadodara Light"/>
                <a:ea typeface="Hind Vadodara Light"/>
                <a:cs typeface="Hind Vadodara Light"/>
                <a:sym typeface="Hind Vadodara Ligh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8.jp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jp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
          <p:cNvSpPr txBox="1">
            <a:spLocks noGrp="1"/>
          </p:cNvSpPr>
          <p:nvPr>
            <p:ph type="ctrTitle"/>
          </p:nvPr>
        </p:nvSpPr>
        <p:spPr>
          <a:xfrm>
            <a:off x="2481760" y="929875"/>
            <a:ext cx="4180500" cy="1745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200"/>
              <a:buNone/>
            </a:pPr>
            <a:r>
              <a:rPr lang="en-US" dirty="0"/>
              <a:t>MATERI DASAR </a:t>
            </a:r>
            <a:r>
              <a:rPr lang="en-US" sz="4000" dirty="0"/>
              <a:t>PERANTI MASUKAN</a:t>
            </a:r>
            <a:br>
              <a:rPr lang="en-US" sz="4000" dirty="0"/>
            </a:br>
            <a:r>
              <a:rPr lang="en-US" sz="4000" dirty="0"/>
              <a:t>(</a:t>
            </a:r>
            <a:r>
              <a:rPr lang="en-US" sz="4000" i="1" dirty="0"/>
              <a:t>INPUT DEVICE)</a:t>
            </a:r>
            <a:endParaRPr sz="4000" i="1" dirty="0"/>
          </a:p>
        </p:txBody>
      </p:sp>
      <p:sp>
        <p:nvSpPr>
          <p:cNvPr id="81" name="Google Shape;81;p1"/>
          <p:cNvSpPr/>
          <p:nvPr/>
        </p:nvSpPr>
        <p:spPr>
          <a:xfrm>
            <a:off x="2968085" y="4157104"/>
            <a:ext cx="2952600" cy="440231"/>
          </a:xfrm>
          <a:prstGeom prst="roundRect">
            <a:avLst>
              <a:gd name="adj" fmla="val 9231"/>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TITIN WAHYUNI, S.PD.,MT</a:t>
            </a:r>
            <a:endParaRPr sz="1400" b="0" i="0" u="none" strike="noStrike" cap="none">
              <a:solidFill>
                <a:srgbClr val="000000"/>
              </a:solidFill>
              <a:latin typeface="Arial"/>
              <a:ea typeface="Arial"/>
              <a:cs typeface="Arial"/>
              <a:sym typeface="Arial"/>
            </a:endParaRPr>
          </a:p>
        </p:txBody>
      </p:sp>
      <p:sp>
        <p:nvSpPr>
          <p:cNvPr id="82" name="Google Shape;82;p1"/>
          <p:cNvSpPr/>
          <p:nvPr/>
        </p:nvSpPr>
        <p:spPr>
          <a:xfrm>
            <a:off x="3582879" y="3646825"/>
            <a:ext cx="1273800" cy="3078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DOSEN</a:t>
            </a:r>
            <a:endParaRPr/>
          </a:p>
        </p:txBody>
      </p:sp>
      <p:sp>
        <p:nvSpPr>
          <p:cNvPr id="83" name="Google Shape;83;p1"/>
          <p:cNvSpPr/>
          <p:nvPr/>
        </p:nvSpPr>
        <p:spPr>
          <a:xfrm>
            <a:off x="2488910" y="4092037"/>
            <a:ext cx="621435" cy="570366"/>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4" name="Google Shape;84;p1"/>
          <p:cNvGrpSpPr/>
          <p:nvPr/>
        </p:nvGrpSpPr>
        <p:grpSpPr>
          <a:xfrm>
            <a:off x="2620580" y="4198169"/>
            <a:ext cx="358099" cy="358099"/>
            <a:chOff x="-57568775" y="3198925"/>
            <a:chExt cx="318225" cy="318225"/>
          </a:xfrm>
        </p:grpSpPr>
        <p:sp>
          <p:nvSpPr>
            <p:cNvPr id="85" name="Google Shape;85;p1"/>
            <p:cNvSpPr/>
            <p:nvPr/>
          </p:nvSpPr>
          <p:spPr>
            <a:xfrm>
              <a:off x="-57530950" y="3373775"/>
              <a:ext cx="18125" cy="64600"/>
            </a:xfrm>
            <a:custGeom>
              <a:avLst/>
              <a:gdLst/>
              <a:ahLst/>
              <a:cxnLst/>
              <a:rect l="l" t="t" r="r" b="b"/>
              <a:pathLst>
                <a:path w="725" h="2584" extrusionOk="0">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
            <p:cNvSpPr/>
            <p:nvPr/>
          </p:nvSpPr>
          <p:spPr>
            <a:xfrm>
              <a:off x="-57568775" y="3406850"/>
              <a:ext cx="99275" cy="110300"/>
            </a:xfrm>
            <a:custGeom>
              <a:avLst/>
              <a:gdLst/>
              <a:ahLst/>
              <a:cxnLst/>
              <a:rect l="l" t="t" r="r" b="b"/>
              <a:pathLst>
                <a:path w="3971" h="4412" extrusionOk="0">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
            <p:cNvSpPr/>
            <p:nvPr/>
          </p:nvSpPr>
          <p:spPr>
            <a:xfrm>
              <a:off x="-57494662" y="3254848"/>
              <a:ext cx="207175" cy="262300"/>
            </a:xfrm>
            <a:custGeom>
              <a:avLst/>
              <a:gdLst/>
              <a:ahLst/>
              <a:cxnLst/>
              <a:rect l="l" t="t" r="r" b="b"/>
              <a:pathLst>
                <a:path w="8287" h="10492" extrusionOk="0">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
            <p:cNvSpPr/>
            <p:nvPr/>
          </p:nvSpPr>
          <p:spPr>
            <a:xfrm>
              <a:off x="-57269475" y="3372975"/>
              <a:ext cx="18925" cy="63825"/>
            </a:xfrm>
            <a:custGeom>
              <a:avLst/>
              <a:gdLst/>
              <a:ahLst/>
              <a:cxnLst/>
              <a:rect l="l" t="t" r="r" b="b"/>
              <a:pathLst>
                <a:path w="757" h="2553" extrusionOk="0">
                  <a:moveTo>
                    <a:pt x="1" y="1"/>
                  </a:moveTo>
                  <a:lnTo>
                    <a:pt x="1" y="2553"/>
                  </a:lnTo>
                  <a:cubicBezTo>
                    <a:pt x="442" y="2301"/>
                    <a:pt x="757" y="1828"/>
                    <a:pt x="757" y="1261"/>
                  </a:cubicBezTo>
                  <a:cubicBezTo>
                    <a:pt x="757" y="757"/>
                    <a:pt x="473" y="284"/>
                    <a:pt x="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
            <p:cNvSpPr/>
            <p:nvPr/>
          </p:nvSpPr>
          <p:spPr>
            <a:xfrm>
              <a:off x="-57436450" y="3198925"/>
              <a:ext cx="185900" cy="154400"/>
            </a:xfrm>
            <a:custGeom>
              <a:avLst/>
              <a:gdLst/>
              <a:ahLst/>
              <a:cxnLst/>
              <a:rect l="l" t="t" r="r" b="b"/>
              <a:pathLst>
                <a:path w="7436" h="6176" extrusionOk="0">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
            <p:cNvSpPr/>
            <p:nvPr/>
          </p:nvSpPr>
          <p:spPr>
            <a:xfrm>
              <a:off x="-57532525" y="3215450"/>
              <a:ext cx="77975" cy="148900"/>
            </a:xfrm>
            <a:custGeom>
              <a:avLst/>
              <a:gdLst/>
              <a:ahLst/>
              <a:cxnLst/>
              <a:rect l="l" t="t" r="r" b="b"/>
              <a:pathLst>
                <a:path w="3119" h="5956" extrusionOk="0">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
          <p:cNvSpPr txBox="1">
            <a:spLocks noGrp="1"/>
          </p:cNvSpPr>
          <p:nvPr>
            <p:ph type="subTitle" idx="1"/>
          </p:nvPr>
        </p:nvSpPr>
        <p:spPr>
          <a:xfrm flipH="1">
            <a:off x="2337628" y="598608"/>
            <a:ext cx="5333526" cy="4517331"/>
          </a:xfrm>
          <a:prstGeom prst="rect">
            <a:avLst/>
          </a:prstGeom>
          <a:noFill/>
          <a:ln>
            <a:noFill/>
          </a:ln>
        </p:spPr>
        <p:txBody>
          <a:bodyPr spcFirstLastPara="1" wrap="square" lIns="91425" tIns="91425" rIns="91425" bIns="91425" anchor="ctr" anchorCtr="0">
            <a:noAutofit/>
          </a:bodyPr>
          <a:lstStyle/>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A. JENIS  PERANTI MASUKAN</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1. PERANTI PENGETIKAN</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a.. KEYBOARD</a:t>
            </a:r>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b. ATM</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c. POS ( POINT OF SALE)</a:t>
            </a:r>
            <a:endParaRPr lang="en-US" dirty="0">
              <a:ea typeface="Overlock"/>
            </a:endParaRPr>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2. PERANTI PENUNJUK</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a. MOUSE</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b. TRACKBALL</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c. POINTING STICK</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d. TOUCHPOD</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e. TOUCH SCREEN</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f.  JOYSTICK</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g. PENA</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h. DIGITIZING TABLET</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3. PENGAMBIL GAMBAR TERFORMAT</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a. BARCODE READER</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b. MAGNETIC INK</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c. OPTICAL MARK RECOGNITION (OMR)</a:t>
            </a:r>
            <a:endParaRPr dirty="0"/>
          </a:p>
          <a:p>
            <a:pPr marL="114300" lvl="0" indent="0" algn="just" rtl="0">
              <a:lnSpc>
                <a:spcPct val="100000"/>
              </a:lnSpc>
              <a:spcBef>
                <a:spcPts val="0"/>
              </a:spcBef>
              <a:spcAft>
                <a:spcPts val="0"/>
              </a:spcAft>
              <a:buSzPts val="1200"/>
              <a:buNone/>
            </a:pPr>
            <a:r>
              <a:rPr lang="en-US" b="1" dirty="0">
                <a:solidFill>
                  <a:schemeClr val="dk2"/>
                </a:solidFill>
                <a:latin typeface="Overlock"/>
                <a:ea typeface="Overlock"/>
                <a:cs typeface="Overlock"/>
                <a:sym typeface="Overlock"/>
              </a:rPr>
              <a:t>	 d. OPTICAL CHARACTER RECOGNITION (OCR)</a:t>
            </a:r>
            <a:endParaRPr dirty="0"/>
          </a:p>
        </p:txBody>
      </p:sp>
      <p:sp>
        <p:nvSpPr>
          <p:cNvPr id="96" name="Google Shape;96;p3"/>
          <p:cNvSpPr txBox="1">
            <a:spLocks noGrp="1"/>
          </p:cNvSpPr>
          <p:nvPr>
            <p:ph type="title"/>
          </p:nvPr>
        </p:nvSpPr>
        <p:spPr>
          <a:xfrm>
            <a:off x="2421000" y="151708"/>
            <a:ext cx="4302000" cy="63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US"/>
              <a:t>SUB POKOK BAHASAN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4"/>
          <p:cNvSpPr txBox="1">
            <a:spLocks noGrp="1"/>
          </p:cNvSpPr>
          <p:nvPr>
            <p:ph type="title"/>
          </p:nvPr>
        </p:nvSpPr>
        <p:spPr>
          <a:xfrm>
            <a:off x="2421000" y="283608"/>
            <a:ext cx="4302000" cy="63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US"/>
              <a:t>DEFINISI PERANTI MASUKAN</a:t>
            </a:r>
            <a:endParaRPr/>
          </a:p>
        </p:txBody>
      </p:sp>
      <p:sp>
        <p:nvSpPr>
          <p:cNvPr id="102" name="Google Shape;102;p4"/>
          <p:cNvSpPr txBox="1">
            <a:spLocks noGrp="1"/>
          </p:cNvSpPr>
          <p:nvPr>
            <p:ph type="subTitle" idx="1"/>
          </p:nvPr>
        </p:nvSpPr>
        <p:spPr>
          <a:xfrm flipH="1">
            <a:off x="546600" y="913608"/>
            <a:ext cx="8050800" cy="1880700"/>
          </a:xfrm>
          <a:prstGeom prst="rect">
            <a:avLst/>
          </a:prstGeom>
          <a:no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SzPts val="1200"/>
              <a:buNone/>
            </a:pPr>
            <a:r>
              <a:rPr lang="en-US" sz="1800"/>
              <a:t>Secara Terminologi Peranti masukan (bahasa Inggris: input device), sedangkan menurut Etimologi, Piranti Masukan (Input Device) adalah semua periferal (perangkat keras komputer) yang digunakan untuk memberikan data dan sinyal kendali untuk suatu sistem pemrosesan informasi, misalnya komputer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p:nvPr/>
        </p:nvSpPr>
        <p:spPr>
          <a:xfrm rot="-9581165" flipH="1">
            <a:off x="3129958" y="3621881"/>
            <a:ext cx="2432275" cy="850651"/>
          </a:xfrm>
          <a:custGeom>
            <a:avLst/>
            <a:gdLst/>
            <a:ahLst/>
            <a:cxnLst/>
            <a:rect l="l" t="t" r="r" b="b"/>
            <a:pathLst>
              <a:path w="89019" h="28589" extrusionOk="0">
                <a:moveTo>
                  <a:pt x="74558" y="1"/>
                </a:moveTo>
                <a:cubicBezTo>
                  <a:pt x="67992" y="1"/>
                  <a:pt x="62168" y="4518"/>
                  <a:pt x="60655" y="11043"/>
                </a:cubicBezTo>
                <a:cubicBezTo>
                  <a:pt x="59369" y="11170"/>
                  <a:pt x="58069" y="11297"/>
                  <a:pt x="56783" y="11424"/>
                </a:cubicBezTo>
                <a:cubicBezTo>
                  <a:pt x="54833" y="11594"/>
                  <a:pt x="52967" y="11764"/>
                  <a:pt x="51258" y="11891"/>
                </a:cubicBezTo>
                <a:cubicBezTo>
                  <a:pt x="48784" y="12089"/>
                  <a:pt x="46665" y="12216"/>
                  <a:pt x="45336" y="12216"/>
                </a:cubicBezTo>
                <a:cubicBezTo>
                  <a:pt x="43315" y="12216"/>
                  <a:pt x="41309" y="11976"/>
                  <a:pt x="39344" y="11509"/>
                </a:cubicBezTo>
                <a:cubicBezTo>
                  <a:pt x="36504" y="10817"/>
                  <a:pt x="34101" y="9672"/>
                  <a:pt x="31939" y="8400"/>
                </a:cubicBezTo>
                <a:cubicBezTo>
                  <a:pt x="29014" y="6676"/>
                  <a:pt x="26526" y="4712"/>
                  <a:pt x="23983" y="3270"/>
                </a:cubicBezTo>
                <a:cubicBezTo>
                  <a:pt x="21387" y="1140"/>
                  <a:pt x="18178" y="26"/>
                  <a:pt x="14925" y="26"/>
                </a:cubicBezTo>
                <a:cubicBezTo>
                  <a:pt x="13238" y="26"/>
                  <a:pt x="11539" y="325"/>
                  <a:pt x="9907" y="939"/>
                </a:cubicBezTo>
                <a:cubicBezTo>
                  <a:pt x="5131" y="2719"/>
                  <a:pt x="1682" y="6916"/>
                  <a:pt x="834" y="11947"/>
                </a:cubicBezTo>
                <a:cubicBezTo>
                  <a:pt x="1" y="16978"/>
                  <a:pt x="1894" y="22080"/>
                  <a:pt x="5823" y="25316"/>
                </a:cubicBezTo>
                <a:cubicBezTo>
                  <a:pt x="8430" y="27465"/>
                  <a:pt x="11655" y="28589"/>
                  <a:pt x="14921" y="28589"/>
                </a:cubicBezTo>
                <a:cubicBezTo>
                  <a:pt x="16595" y="28589"/>
                  <a:pt x="18280" y="28294"/>
                  <a:pt x="19898" y="27690"/>
                </a:cubicBezTo>
                <a:cubicBezTo>
                  <a:pt x="23954" y="26631"/>
                  <a:pt x="27346" y="23550"/>
                  <a:pt x="31656" y="20964"/>
                </a:cubicBezTo>
                <a:cubicBezTo>
                  <a:pt x="33903" y="19607"/>
                  <a:pt x="36391" y="18406"/>
                  <a:pt x="39344" y="17685"/>
                </a:cubicBezTo>
                <a:cubicBezTo>
                  <a:pt x="41254" y="17218"/>
                  <a:pt x="43204" y="16978"/>
                  <a:pt x="45168" y="16978"/>
                </a:cubicBezTo>
                <a:cubicBezTo>
                  <a:pt x="45224" y="16978"/>
                  <a:pt x="45280" y="16978"/>
                  <a:pt x="45336" y="16978"/>
                </a:cubicBezTo>
                <a:cubicBezTo>
                  <a:pt x="46622" y="16978"/>
                  <a:pt x="48643" y="17091"/>
                  <a:pt x="51031" y="17275"/>
                </a:cubicBezTo>
                <a:cubicBezTo>
                  <a:pt x="52826" y="17402"/>
                  <a:pt x="54833" y="17586"/>
                  <a:pt x="56896" y="17784"/>
                </a:cubicBezTo>
                <a:cubicBezTo>
                  <a:pt x="58196" y="17897"/>
                  <a:pt x="59511" y="18038"/>
                  <a:pt x="60825" y="18165"/>
                </a:cubicBezTo>
                <a:cubicBezTo>
                  <a:pt x="62578" y="24391"/>
                  <a:pt x="68250" y="28572"/>
                  <a:pt x="74543" y="28572"/>
                </a:cubicBezTo>
                <a:cubicBezTo>
                  <a:pt x="75249" y="28572"/>
                  <a:pt x="75964" y="28520"/>
                  <a:pt x="76681" y="28411"/>
                </a:cubicBezTo>
                <a:cubicBezTo>
                  <a:pt x="83804" y="27351"/>
                  <a:pt x="89018" y="21147"/>
                  <a:pt x="88849" y="13954"/>
                </a:cubicBezTo>
                <a:cubicBezTo>
                  <a:pt x="88679" y="6761"/>
                  <a:pt x="83196" y="811"/>
                  <a:pt x="76031" y="76"/>
                </a:cubicBezTo>
                <a:cubicBezTo>
                  <a:pt x="75537" y="26"/>
                  <a:pt x="75046" y="1"/>
                  <a:pt x="7455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5"/>
          <p:cNvSpPr/>
          <p:nvPr/>
        </p:nvSpPr>
        <p:spPr>
          <a:xfrm>
            <a:off x="4445373" y="3103328"/>
            <a:ext cx="2140562" cy="1928904"/>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5"/>
          <p:cNvSpPr txBox="1">
            <a:spLocks noGrp="1"/>
          </p:cNvSpPr>
          <p:nvPr>
            <p:ph type="title" idx="6"/>
          </p:nvPr>
        </p:nvSpPr>
        <p:spPr>
          <a:xfrm>
            <a:off x="2421000" y="283608"/>
            <a:ext cx="4302000" cy="63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US" dirty="0"/>
              <a:t>A. JENIS PERANTI MASUKAN</a:t>
            </a:r>
            <a:endParaRPr dirty="0"/>
          </a:p>
        </p:txBody>
      </p:sp>
      <p:sp>
        <p:nvSpPr>
          <p:cNvPr id="110" name="Google Shape;110;p5"/>
          <p:cNvSpPr/>
          <p:nvPr/>
        </p:nvSpPr>
        <p:spPr>
          <a:xfrm rot="-4352175" flipH="1">
            <a:off x="6620323" y="1409933"/>
            <a:ext cx="2225459" cy="714720"/>
          </a:xfrm>
          <a:custGeom>
            <a:avLst/>
            <a:gdLst/>
            <a:ahLst/>
            <a:cxnLst/>
            <a:rect l="l" t="t" r="r" b="b"/>
            <a:pathLst>
              <a:path w="89019" h="28589" extrusionOk="0">
                <a:moveTo>
                  <a:pt x="74558" y="1"/>
                </a:moveTo>
                <a:cubicBezTo>
                  <a:pt x="67992" y="1"/>
                  <a:pt x="62168" y="4518"/>
                  <a:pt x="60655" y="11043"/>
                </a:cubicBezTo>
                <a:cubicBezTo>
                  <a:pt x="59369" y="11170"/>
                  <a:pt x="58069" y="11297"/>
                  <a:pt x="56783" y="11424"/>
                </a:cubicBezTo>
                <a:cubicBezTo>
                  <a:pt x="54833" y="11594"/>
                  <a:pt x="52967" y="11764"/>
                  <a:pt x="51258" y="11891"/>
                </a:cubicBezTo>
                <a:cubicBezTo>
                  <a:pt x="48784" y="12089"/>
                  <a:pt x="46665" y="12216"/>
                  <a:pt x="45336" y="12216"/>
                </a:cubicBezTo>
                <a:cubicBezTo>
                  <a:pt x="43315" y="12216"/>
                  <a:pt x="41309" y="11976"/>
                  <a:pt x="39344" y="11509"/>
                </a:cubicBezTo>
                <a:cubicBezTo>
                  <a:pt x="36504" y="10817"/>
                  <a:pt x="34101" y="9672"/>
                  <a:pt x="31939" y="8400"/>
                </a:cubicBezTo>
                <a:cubicBezTo>
                  <a:pt x="29014" y="6676"/>
                  <a:pt x="26526" y="4712"/>
                  <a:pt x="23983" y="3270"/>
                </a:cubicBezTo>
                <a:cubicBezTo>
                  <a:pt x="21387" y="1140"/>
                  <a:pt x="18178" y="26"/>
                  <a:pt x="14925" y="26"/>
                </a:cubicBezTo>
                <a:cubicBezTo>
                  <a:pt x="13238" y="26"/>
                  <a:pt x="11539" y="325"/>
                  <a:pt x="9907" y="939"/>
                </a:cubicBezTo>
                <a:cubicBezTo>
                  <a:pt x="5131" y="2719"/>
                  <a:pt x="1682" y="6916"/>
                  <a:pt x="834" y="11947"/>
                </a:cubicBezTo>
                <a:cubicBezTo>
                  <a:pt x="1" y="16978"/>
                  <a:pt x="1894" y="22080"/>
                  <a:pt x="5823" y="25316"/>
                </a:cubicBezTo>
                <a:cubicBezTo>
                  <a:pt x="8430" y="27465"/>
                  <a:pt x="11655" y="28589"/>
                  <a:pt x="14921" y="28589"/>
                </a:cubicBezTo>
                <a:cubicBezTo>
                  <a:pt x="16595" y="28589"/>
                  <a:pt x="18280" y="28294"/>
                  <a:pt x="19898" y="27690"/>
                </a:cubicBezTo>
                <a:cubicBezTo>
                  <a:pt x="23954" y="26631"/>
                  <a:pt x="27346" y="23550"/>
                  <a:pt x="31656" y="20964"/>
                </a:cubicBezTo>
                <a:cubicBezTo>
                  <a:pt x="33903" y="19607"/>
                  <a:pt x="36391" y="18406"/>
                  <a:pt x="39344" y="17685"/>
                </a:cubicBezTo>
                <a:cubicBezTo>
                  <a:pt x="41254" y="17218"/>
                  <a:pt x="43204" y="16978"/>
                  <a:pt x="45168" y="16978"/>
                </a:cubicBezTo>
                <a:cubicBezTo>
                  <a:pt x="45224" y="16978"/>
                  <a:pt x="45280" y="16978"/>
                  <a:pt x="45336" y="16978"/>
                </a:cubicBezTo>
                <a:cubicBezTo>
                  <a:pt x="46622" y="16978"/>
                  <a:pt x="48643" y="17091"/>
                  <a:pt x="51031" y="17275"/>
                </a:cubicBezTo>
                <a:cubicBezTo>
                  <a:pt x="52826" y="17402"/>
                  <a:pt x="54833" y="17586"/>
                  <a:pt x="56896" y="17784"/>
                </a:cubicBezTo>
                <a:cubicBezTo>
                  <a:pt x="58196" y="17897"/>
                  <a:pt x="59511" y="18038"/>
                  <a:pt x="60825" y="18165"/>
                </a:cubicBezTo>
                <a:cubicBezTo>
                  <a:pt x="62578" y="24391"/>
                  <a:pt x="68250" y="28572"/>
                  <a:pt x="74543" y="28572"/>
                </a:cubicBezTo>
                <a:cubicBezTo>
                  <a:pt x="75249" y="28572"/>
                  <a:pt x="75964" y="28520"/>
                  <a:pt x="76681" y="28411"/>
                </a:cubicBezTo>
                <a:cubicBezTo>
                  <a:pt x="83804" y="27351"/>
                  <a:pt x="89018" y="21147"/>
                  <a:pt x="88849" y="13954"/>
                </a:cubicBezTo>
                <a:cubicBezTo>
                  <a:pt x="88679" y="6761"/>
                  <a:pt x="83196" y="811"/>
                  <a:pt x="76031" y="76"/>
                </a:cubicBezTo>
                <a:cubicBezTo>
                  <a:pt x="75537" y="26"/>
                  <a:pt x="75046" y="1"/>
                  <a:pt x="7455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5"/>
          <p:cNvSpPr/>
          <p:nvPr/>
        </p:nvSpPr>
        <p:spPr>
          <a:xfrm rot="-2448167" flipH="1">
            <a:off x="4394447" y="1421140"/>
            <a:ext cx="2206184" cy="735935"/>
          </a:xfrm>
          <a:custGeom>
            <a:avLst/>
            <a:gdLst/>
            <a:ahLst/>
            <a:cxnLst/>
            <a:rect l="l" t="t" r="r" b="b"/>
            <a:pathLst>
              <a:path w="89019" h="28589" extrusionOk="0">
                <a:moveTo>
                  <a:pt x="74558" y="1"/>
                </a:moveTo>
                <a:cubicBezTo>
                  <a:pt x="67992" y="1"/>
                  <a:pt x="62168" y="4518"/>
                  <a:pt x="60655" y="11043"/>
                </a:cubicBezTo>
                <a:cubicBezTo>
                  <a:pt x="59369" y="11170"/>
                  <a:pt x="58069" y="11297"/>
                  <a:pt x="56783" y="11424"/>
                </a:cubicBezTo>
                <a:cubicBezTo>
                  <a:pt x="54833" y="11594"/>
                  <a:pt x="52967" y="11764"/>
                  <a:pt x="51258" y="11891"/>
                </a:cubicBezTo>
                <a:cubicBezTo>
                  <a:pt x="48784" y="12089"/>
                  <a:pt x="46665" y="12216"/>
                  <a:pt x="45336" y="12216"/>
                </a:cubicBezTo>
                <a:cubicBezTo>
                  <a:pt x="43315" y="12216"/>
                  <a:pt x="41309" y="11976"/>
                  <a:pt x="39344" y="11509"/>
                </a:cubicBezTo>
                <a:cubicBezTo>
                  <a:pt x="36504" y="10817"/>
                  <a:pt x="34101" y="9672"/>
                  <a:pt x="31939" y="8400"/>
                </a:cubicBezTo>
                <a:cubicBezTo>
                  <a:pt x="29014" y="6676"/>
                  <a:pt x="26526" y="4712"/>
                  <a:pt x="23983" y="3270"/>
                </a:cubicBezTo>
                <a:cubicBezTo>
                  <a:pt x="21387" y="1140"/>
                  <a:pt x="18178" y="26"/>
                  <a:pt x="14925" y="26"/>
                </a:cubicBezTo>
                <a:cubicBezTo>
                  <a:pt x="13238" y="26"/>
                  <a:pt x="11539" y="325"/>
                  <a:pt x="9907" y="939"/>
                </a:cubicBezTo>
                <a:cubicBezTo>
                  <a:pt x="5131" y="2719"/>
                  <a:pt x="1682" y="6916"/>
                  <a:pt x="834" y="11947"/>
                </a:cubicBezTo>
                <a:cubicBezTo>
                  <a:pt x="1" y="16978"/>
                  <a:pt x="1894" y="22080"/>
                  <a:pt x="5823" y="25316"/>
                </a:cubicBezTo>
                <a:cubicBezTo>
                  <a:pt x="8430" y="27465"/>
                  <a:pt x="11655" y="28589"/>
                  <a:pt x="14921" y="28589"/>
                </a:cubicBezTo>
                <a:cubicBezTo>
                  <a:pt x="16595" y="28589"/>
                  <a:pt x="18280" y="28294"/>
                  <a:pt x="19898" y="27690"/>
                </a:cubicBezTo>
                <a:cubicBezTo>
                  <a:pt x="23954" y="26631"/>
                  <a:pt x="27346" y="23550"/>
                  <a:pt x="31656" y="20964"/>
                </a:cubicBezTo>
                <a:cubicBezTo>
                  <a:pt x="33903" y="19607"/>
                  <a:pt x="36391" y="18406"/>
                  <a:pt x="39344" y="17685"/>
                </a:cubicBezTo>
                <a:cubicBezTo>
                  <a:pt x="41254" y="17218"/>
                  <a:pt x="43204" y="16978"/>
                  <a:pt x="45168" y="16978"/>
                </a:cubicBezTo>
                <a:cubicBezTo>
                  <a:pt x="45224" y="16978"/>
                  <a:pt x="45280" y="16978"/>
                  <a:pt x="45336" y="16978"/>
                </a:cubicBezTo>
                <a:cubicBezTo>
                  <a:pt x="46622" y="16978"/>
                  <a:pt x="48643" y="17091"/>
                  <a:pt x="51031" y="17275"/>
                </a:cubicBezTo>
                <a:cubicBezTo>
                  <a:pt x="52826" y="17402"/>
                  <a:pt x="54833" y="17586"/>
                  <a:pt x="56896" y="17784"/>
                </a:cubicBezTo>
                <a:cubicBezTo>
                  <a:pt x="58196" y="17897"/>
                  <a:pt x="59511" y="18038"/>
                  <a:pt x="60825" y="18165"/>
                </a:cubicBezTo>
                <a:cubicBezTo>
                  <a:pt x="62578" y="24391"/>
                  <a:pt x="68250" y="28572"/>
                  <a:pt x="74543" y="28572"/>
                </a:cubicBezTo>
                <a:cubicBezTo>
                  <a:pt x="75249" y="28572"/>
                  <a:pt x="75964" y="28520"/>
                  <a:pt x="76681" y="28411"/>
                </a:cubicBezTo>
                <a:cubicBezTo>
                  <a:pt x="83804" y="27351"/>
                  <a:pt x="89018" y="21147"/>
                  <a:pt x="88849" y="13954"/>
                </a:cubicBezTo>
                <a:cubicBezTo>
                  <a:pt x="88679" y="6761"/>
                  <a:pt x="83196" y="811"/>
                  <a:pt x="76031" y="76"/>
                </a:cubicBezTo>
                <a:cubicBezTo>
                  <a:pt x="75537" y="26"/>
                  <a:pt x="75046" y="1"/>
                  <a:pt x="7455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5"/>
          <p:cNvSpPr/>
          <p:nvPr/>
        </p:nvSpPr>
        <p:spPr>
          <a:xfrm rot="3668310">
            <a:off x="54782" y="1431740"/>
            <a:ext cx="2225503" cy="714734"/>
          </a:xfrm>
          <a:custGeom>
            <a:avLst/>
            <a:gdLst/>
            <a:ahLst/>
            <a:cxnLst/>
            <a:rect l="l" t="t" r="r" b="b"/>
            <a:pathLst>
              <a:path w="89019" h="28589" extrusionOk="0">
                <a:moveTo>
                  <a:pt x="74558" y="1"/>
                </a:moveTo>
                <a:cubicBezTo>
                  <a:pt x="67992" y="1"/>
                  <a:pt x="62168" y="4518"/>
                  <a:pt x="60655" y="11043"/>
                </a:cubicBezTo>
                <a:cubicBezTo>
                  <a:pt x="59369" y="11170"/>
                  <a:pt x="58069" y="11297"/>
                  <a:pt x="56783" y="11424"/>
                </a:cubicBezTo>
                <a:cubicBezTo>
                  <a:pt x="54833" y="11594"/>
                  <a:pt x="52967" y="11764"/>
                  <a:pt x="51258" y="11891"/>
                </a:cubicBezTo>
                <a:cubicBezTo>
                  <a:pt x="48784" y="12089"/>
                  <a:pt x="46665" y="12216"/>
                  <a:pt x="45336" y="12216"/>
                </a:cubicBezTo>
                <a:cubicBezTo>
                  <a:pt x="43315" y="12216"/>
                  <a:pt x="41309" y="11976"/>
                  <a:pt x="39344" y="11509"/>
                </a:cubicBezTo>
                <a:cubicBezTo>
                  <a:pt x="36504" y="10817"/>
                  <a:pt x="34101" y="9672"/>
                  <a:pt x="31939" y="8400"/>
                </a:cubicBezTo>
                <a:cubicBezTo>
                  <a:pt x="29014" y="6676"/>
                  <a:pt x="26526" y="4712"/>
                  <a:pt x="23983" y="3270"/>
                </a:cubicBezTo>
                <a:cubicBezTo>
                  <a:pt x="21387" y="1140"/>
                  <a:pt x="18178" y="26"/>
                  <a:pt x="14925" y="26"/>
                </a:cubicBezTo>
                <a:cubicBezTo>
                  <a:pt x="13238" y="26"/>
                  <a:pt x="11539" y="325"/>
                  <a:pt x="9907" y="939"/>
                </a:cubicBezTo>
                <a:cubicBezTo>
                  <a:pt x="5131" y="2719"/>
                  <a:pt x="1682" y="6916"/>
                  <a:pt x="834" y="11947"/>
                </a:cubicBezTo>
                <a:cubicBezTo>
                  <a:pt x="1" y="16978"/>
                  <a:pt x="1894" y="22080"/>
                  <a:pt x="5823" y="25316"/>
                </a:cubicBezTo>
                <a:cubicBezTo>
                  <a:pt x="8430" y="27465"/>
                  <a:pt x="11655" y="28589"/>
                  <a:pt x="14921" y="28589"/>
                </a:cubicBezTo>
                <a:cubicBezTo>
                  <a:pt x="16595" y="28589"/>
                  <a:pt x="18280" y="28294"/>
                  <a:pt x="19898" y="27690"/>
                </a:cubicBezTo>
                <a:cubicBezTo>
                  <a:pt x="23954" y="26631"/>
                  <a:pt x="27346" y="23550"/>
                  <a:pt x="31656" y="20964"/>
                </a:cubicBezTo>
                <a:cubicBezTo>
                  <a:pt x="33903" y="19607"/>
                  <a:pt x="36391" y="18406"/>
                  <a:pt x="39344" y="17685"/>
                </a:cubicBezTo>
                <a:cubicBezTo>
                  <a:pt x="41254" y="17218"/>
                  <a:pt x="43204" y="16978"/>
                  <a:pt x="45168" y="16978"/>
                </a:cubicBezTo>
                <a:cubicBezTo>
                  <a:pt x="45224" y="16978"/>
                  <a:pt x="45280" y="16978"/>
                  <a:pt x="45336" y="16978"/>
                </a:cubicBezTo>
                <a:cubicBezTo>
                  <a:pt x="46622" y="16978"/>
                  <a:pt x="48643" y="17091"/>
                  <a:pt x="51031" y="17275"/>
                </a:cubicBezTo>
                <a:cubicBezTo>
                  <a:pt x="52826" y="17402"/>
                  <a:pt x="54833" y="17586"/>
                  <a:pt x="56896" y="17784"/>
                </a:cubicBezTo>
                <a:cubicBezTo>
                  <a:pt x="58196" y="17897"/>
                  <a:pt x="59511" y="18038"/>
                  <a:pt x="60825" y="18165"/>
                </a:cubicBezTo>
                <a:cubicBezTo>
                  <a:pt x="62578" y="24391"/>
                  <a:pt x="68250" y="28572"/>
                  <a:pt x="74543" y="28572"/>
                </a:cubicBezTo>
                <a:cubicBezTo>
                  <a:pt x="75249" y="28572"/>
                  <a:pt x="75964" y="28520"/>
                  <a:pt x="76681" y="28411"/>
                </a:cubicBezTo>
                <a:cubicBezTo>
                  <a:pt x="83804" y="27351"/>
                  <a:pt x="89018" y="21147"/>
                  <a:pt x="88849" y="13954"/>
                </a:cubicBezTo>
                <a:cubicBezTo>
                  <a:pt x="88679" y="6761"/>
                  <a:pt x="83196" y="811"/>
                  <a:pt x="76031" y="76"/>
                </a:cubicBezTo>
                <a:cubicBezTo>
                  <a:pt x="75537" y="26"/>
                  <a:pt x="75046" y="1"/>
                  <a:pt x="7455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5"/>
          <p:cNvSpPr/>
          <p:nvPr/>
        </p:nvSpPr>
        <p:spPr>
          <a:xfrm>
            <a:off x="617400" y="1659125"/>
            <a:ext cx="2265899" cy="1947954"/>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5"/>
          <p:cNvSpPr/>
          <p:nvPr/>
        </p:nvSpPr>
        <p:spPr>
          <a:xfrm>
            <a:off x="3253774" y="1075720"/>
            <a:ext cx="2252629" cy="1988304"/>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5"/>
          <p:cNvSpPr/>
          <p:nvPr/>
        </p:nvSpPr>
        <p:spPr>
          <a:xfrm>
            <a:off x="6306071" y="1628283"/>
            <a:ext cx="2140562" cy="1928904"/>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5"/>
          <p:cNvSpPr txBox="1">
            <a:spLocks noGrp="1"/>
          </p:cNvSpPr>
          <p:nvPr>
            <p:ph type="ctrTitle" idx="4"/>
          </p:nvPr>
        </p:nvSpPr>
        <p:spPr>
          <a:xfrm flipH="1">
            <a:off x="834169" y="2404910"/>
            <a:ext cx="1832360" cy="577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PERANTI PENGETIKAN</a:t>
            </a:r>
            <a:endParaRPr/>
          </a:p>
        </p:txBody>
      </p:sp>
      <p:sp>
        <p:nvSpPr>
          <p:cNvPr id="117" name="Google Shape;117;p5"/>
          <p:cNvSpPr txBox="1">
            <a:spLocks noGrp="1"/>
          </p:cNvSpPr>
          <p:nvPr>
            <p:ph type="ctrTitle"/>
          </p:nvPr>
        </p:nvSpPr>
        <p:spPr>
          <a:xfrm flipH="1">
            <a:off x="6332637" y="2438352"/>
            <a:ext cx="2152506" cy="577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ATM ( AUTOMATED TELLER MACHINE )</a:t>
            </a:r>
            <a:endParaRPr/>
          </a:p>
        </p:txBody>
      </p:sp>
      <p:sp>
        <p:nvSpPr>
          <p:cNvPr id="118" name="Google Shape;118;p5"/>
          <p:cNvSpPr txBox="1">
            <a:spLocks noGrp="1"/>
          </p:cNvSpPr>
          <p:nvPr>
            <p:ph type="ctrTitle" idx="2"/>
          </p:nvPr>
        </p:nvSpPr>
        <p:spPr>
          <a:xfrm flipH="1">
            <a:off x="3391529" y="1717287"/>
            <a:ext cx="1977118" cy="577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KEYBOARD</a:t>
            </a:r>
            <a:endParaRPr/>
          </a:p>
        </p:txBody>
      </p:sp>
      <p:sp>
        <p:nvSpPr>
          <p:cNvPr id="119" name="Google Shape;119;p5"/>
          <p:cNvSpPr txBox="1">
            <a:spLocks noGrp="1"/>
          </p:cNvSpPr>
          <p:nvPr>
            <p:ph type="ctrTitle" idx="4"/>
          </p:nvPr>
        </p:nvSpPr>
        <p:spPr>
          <a:xfrm flipH="1">
            <a:off x="11558" y="923242"/>
            <a:ext cx="15606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400"/>
              <a:buNone/>
            </a:pPr>
            <a:r>
              <a:rPr lang="en-US" sz="4800">
                <a:solidFill>
                  <a:schemeClr val="lt1"/>
                </a:solidFill>
              </a:rPr>
              <a:t>A</a:t>
            </a:r>
            <a:endParaRPr sz="4800">
              <a:solidFill>
                <a:schemeClr val="lt1"/>
              </a:solidFill>
            </a:endParaRPr>
          </a:p>
        </p:txBody>
      </p:sp>
      <p:sp>
        <p:nvSpPr>
          <p:cNvPr id="120" name="Google Shape;120;p5"/>
          <p:cNvSpPr txBox="1">
            <a:spLocks noGrp="1"/>
          </p:cNvSpPr>
          <p:nvPr>
            <p:ph type="ctrTitle"/>
          </p:nvPr>
        </p:nvSpPr>
        <p:spPr>
          <a:xfrm flipH="1">
            <a:off x="7182505" y="882151"/>
            <a:ext cx="15606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400"/>
              <a:buNone/>
            </a:pPr>
            <a:r>
              <a:rPr lang="en-US" sz="4800">
                <a:solidFill>
                  <a:schemeClr val="lt1"/>
                </a:solidFill>
              </a:rPr>
              <a:t>C</a:t>
            </a:r>
            <a:endParaRPr sz="4800">
              <a:solidFill>
                <a:schemeClr val="lt1"/>
              </a:solidFill>
            </a:endParaRPr>
          </a:p>
        </p:txBody>
      </p:sp>
      <p:sp>
        <p:nvSpPr>
          <p:cNvPr id="121" name="Google Shape;121;p5"/>
          <p:cNvSpPr txBox="1">
            <a:spLocks noGrp="1"/>
          </p:cNvSpPr>
          <p:nvPr>
            <p:ph type="ctrTitle" idx="2"/>
          </p:nvPr>
        </p:nvSpPr>
        <p:spPr>
          <a:xfrm flipH="1">
            <a:off x="5228827" y="1051290"/>
            <a:ext cx="15606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400"/>
              <a:buNone/>
            </a:pPr>
            <a:r>
              <a:rPr lang="en-US" sz="4800">
                <a:solidFill>
                  <a:schemeClr val="lt1"/>
                </a:solidFill>
              </a:rPr>
              <a:t>B</a:t>
            </a:r>
            <a:endParaRPr sz="4800">
              <a:solidFill>
                <a:schemeClr val="lt1"/>
              </a:solidFill>
            </a:endParaRPr>
          </a:p>
        </p:txBody>
      </p:sp>
      <p:sp>
        <p:nvSpPr>
          <p:cNvPr id="122" name="Google Shape;122;p5"/>
          <p:cNvSpPr txBox="1"/>
          <p:nvPr/>
        </p:nvSpPr>
        <p:spPr>
          <a:xfrm>
            <a:off x="3159459" y="3411595"/>
            <a:ext cx="933644"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b="0" i="0" u="none" strike="noStrike" cap="none">
                <a:solidFill>
                  <a:schemeClr val="lt1"/>
                </a:solidFill>
                <a:latin typeface="Teko Light"/>
                <a:ea typeface="Teko Light"/>
                <a:cs typeface="Teko Light"/>
                <a:sym typeface="Teko Light"/>
              </a:rPr>
              <a:t>D</a:t>
            </a:r>
            <a:endParaRPr sz="4800" b="0" i="0" u="none" strike="noStrike" cap="none">
              <a:solidFill>
                <a:schemeClr val="lt1"/>
              </a:solidFill>
              <a:latin typeface="Teko Light"/>
              <a:ea typeface="Teko Light"/>
              <a:cs typeface="Teko Light"/>
              <a:sym typeface="Teko Light"/>
            </a:endParaRPr>
          </a:p>
        </p:txBody>
      </p:sp>
      <p:sp>
        <p:nvSpPr>
          <p:cNvPr id="123" name="Google Shape;123;p5"/>
          <p:cNvSpPr txBox="1"/>
          <p:nvPr/>
        </p:nvSpPr>
        <p:spPr>
          <a:xfrm>
            <a:off x="3257344" y="3816373"/>
            <a:ext cx="4516619"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eko Light"/>
                <a:ea typeface="Teko Light"/>
                <a:cs typeface="Teko Light"/>
                <a:sym typeface="Teko Light"/>
              </a:rPr>
              <a:t>POS ( POINT OF SALE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txBox="1">
            <a:spLocks noGrp="1"/>
          </p:cNvSpPr>
          <p:nvPr>
            <p:ph type="title" idx="2"/>
          </p:nvPr>
        </p:nvSpPr>
        <p:spPr>
          <a:xfrm>
            <a:off x="2630514" y="2175569"/>
            <a:ext cx="10530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A</a:t>
            </a:r>
            <a:endParaRPr/>
          </a:p>
        </p:txBody>
      </p:sp>
      <p:sp>
        <p:nvSpPr>
          <p:cNvPr id="129" name="Google Shape;129;p6"/>
          <p:cNvSpPr txBox="1">
            <a:spLocks noGrp="1"/>
          </p:cNvSpPr>
          <p:nvPr>
            <p:ph type="ctrTitle"/>
          </p:nvPr>
        </p:nvSpPr>
        <p:spPr>
          <a:xfrm>
            <a:off x="4433128" y="1279669"/>
            <a:ext cx="4535700" cy="822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PERANTI PENGETIKAN</a:t>
            </a:r>
            <a:endParaRPr/>
          </a:p>
        </p:txBody>
      </p:sp>
      <p:sp>
        <p:nvSpPr>
          <p:cNvPr id="130" name="Google Shape;130;p6"/>
          <p:cNvSpPr txBox="1">
            <a:spLocks noGrp="1"/>
          </p:cNvSpPr>
          <p:nvPr>
            <p:ph type="subTitle" idx="1"/>
          </p:nvPr>
        </p:nvSpPr>
        <p:spPr>
          <a:xfrm>
            <a:off x="4572000" y="1961769"/>
            <a:ext cx="4233794" cy="1560202"/>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b="0" i="0" dirty="0" err="1">
                <a:solidFill>
                  <a:schemeClr val="dk1"/>
                </a:solidFill>
                <a:latin typeface="Hind Vadodara Light"/>
                <a:ea typeface="Hind Vadodara Light"/>
                <a:cs typeface="Hind Vadodara Light"/>
                <a:sym typeface="Hind Vadodara Light"/>
              </a:rPr>
              <a:t>Peranti</a:t>
            </a:r>
            <a:r>
              <a:rPr lang="en-US" b="0" i="0" dirty="0">
                <a:solidFill>
                  <a:schemeClr val="dk1"/>
                </a:solidFill>
                <a:latin typeface="Hind Vadodara Light"/>
                <a:ea typeface="Hind Vadodara Light"/>
                <a:cs typeface="Hind Vadodara Light"/>
                <a:sym typeface="Hind Vadodara Light"/>
              </a:rPr>
              <a:t> </a:t>
            </a:r>
            <a:r>
              <a:rPr lang="en-US" b="0" i="0" dirty="0" err="1">
                <a:solidFill>
                  <a:schemeClr val="dk1"/>
                </a:solidFill>
                <a:latin typeface="Hind Vadodara Light"/>
                <a:ea typeface="Hind Vadodara Light"/>
                <a:cs typeface="Hind Vadodara Light"/>
                <a:sym typeface="Hind Vadodara Light"/>
              </a:rPr>
              <a:t>pengetikan</a:t>
            </a:r>
            <a:r>
              <a:rPr lang="en-US" b="0" i="0" dirty="0">
                <a:solidFill>
                  <a:schemeClr val="dk1"/>
                </a:solidFill>
                <a:latin typeface="Hind Vadodara Light"/>
                <a:ea typeface="Hind Vadodara Light"/>
                <a:cs typeface="Hind Vadodara Light"/>
                <a:sym typeface="Hind Vadodara Light"/>
              </a:rPr>
              <a:t> (</a:t>
            </a:r>
            <a:r>
              <a:rPr lang="en-US" b="0" i="1" dirty="0">
                <a:solidFill>
                  <a:schemeClr val="dk1"/>
                </a:solidFill>
                <a:latin typeface="Hind Vadodara Light"/>
                <a:ea typeface="Hind Vadodara Light"/>
                <a:cs typeface="Hind Vadodara Light"/>
                <a:sym typeface="Hind Vadodara Light"/>
              </a:rPr>
              <a:t>Text entry devices</a:t>
            </a:r>
            <a:r>
              <a:rPr lang="en-US" b="0" i="0" dirty="0">
                <a:solidFill>
                  <a:schemeClr val="dk1"/>
                </a:solidFill>
                <a:latin typeface="Hind Vadodara Light"/>
                <a:ea typeface="Hind Vadodara Light"/>
                <a:cs typeface="Hind Vadodara Light"/>
                <a:sym typeface="Hind Vadodara Light"/>
              </a:rPr>
              <a:t>) </a:t>
            </a:r>
            <a:r>
              <a:rPr lang="en-US" b="0" i="0" dirty="0" err="1">
                <a:solidFill>
                  <a:schemeClr val="dk1"/>
                </a:solidFill>
                <a:latin typeface="Hind Vadodara Light"/>
                <a:ea typeface="Hind Vadodara Light"/>
                <a:cs typeface="Hind Vadodara Light"/>
                <a:sym typeface="Hind Vadodara Light"/>
              </a:rPr>
              <a:t>dapat</a:t>
            </a:r>
            <a:r>
              <a:rPr lang="en-US" b="0" i="0" dirty="0">
                <a:solidFill>
                  <a:schemeClr val="dk1"/>
                </a:solidFill>
                <a:latin typeface="Hind Vadodara Light"/>
                <a:ea typeface="Hind Vadodara Light"/>
                <a:cs typeface="Hind Vadodara Light"/>
                <a:sym typeface="Hind Vadodara Light"/>
              </a:rPr>
              <a:t> </a:t>
            </a:r>
            <a:r>
              <a:rPr lang="en-US" b="0" i="0" dirty="0" err="1">
                <a:solidFill>
                  <a:schemeClr val="dk1"/>
                </a:solidFill>
                <a:latin typeface="Hind Vadodara Light"/>
                <a:ea typeface="Hind Vadodara Light"/>
                <a:cs typeface="Hind Vadodara Light"/>
                <a:sym typeface="Hind Vadodara Light"/>
              </a:rPr>
              <a:t>dipergunakan</a:t>
            </a:r>
            <a:r>
              <a:rPr lang="en-US" b="0" i="0" dirty="0">
                <a:solidFill>
                  <a:schemeClr val="dk1"/>
                </a:solidFill>
                <a:latin typeface="Hind Vadodara Light"/>
                <a:ea typeface="Hind Vadodara Light"/>
                <a:cs typeface="Hind Vadodara Light"/>
                <a:sym typeface="Hind Vadodara Light"/>
              </a:rPr>
              <a:t> </a:t>
            </a:r>
            <a:r>
              <a:rPr lang="en-US" b="0" i="0" dirty="0" err="1">
                <a:solidFill>
                  <a:schemeClr val="dk1"/>
                </a:solidFill>
                <a:latin typeface="Hind Vadodara Light"/>
                <a:ea typeface="Hind Vadodara Light"/>
                <a:cs typeface="Hind Vadodara Light"/>
                <a:sym typeface="Hind Vadodara Light"/>
              </a:rPr>
              <a:t>untuk</a:t>
            </a:r>
            <a:r>
              <a:rPr lang="en-US" b="0" i="0" dirty="0">
                <a:solidFill>
                  <a:schemeClr val="dk1"/>
                </a:solidFill>
                <a:latin typeface="Hind Vadodara Light"/>
                <a:ea typeface="Hind Vadodara Light"/>
                <a:cs typeface="Hind Vadodara Light"/>
                <a:sym typeface="Hind Vadodara Light"/>
              </a:rPr>
              <a:t> </a:t>
            </a:r>
            <a:r>
              <a:rPr lang="en-US" b="0" i="0" dirty="0" err="1">
                <a:solidFill>
                  <a:schemeClr val="dk1"/>
                </a:solidFill>
                <a:latin typeface="Hind Vadodara Light"/>
                <a:ea typeface="Hind Vadodara Light"/>
                <a:cs typeface="Hind Vadodara Light"/>
                <a:sym typeface="Hind Vadodara Light"/>
              </a:rPr>
              <a:t>memasukan</a:t>
            </a:r>
            <a:r>
              <a:rPr lang="en-US" b="0" i="0" dirty="0">
                <a:solidFill>
                  <a:schemeClr val="dk1"/>
                </a:solidFill>
                <a:latin typeface="Hind Vadodara Light"/>
                <a:ea typeface="Hind Vadodara Light"/>
                <a:cs typeface="Hind Vadodara Light"/>
                <a:sym typeface="Hind Vadodara Light"/>
              </a:rPr>
              <a:t> data </a:t>
            </a:r>
            <a:r>
              <a:rPr lang="en-US" b="0" i="0" dirty="0" err="1">
                <a:solidFill>
                  <a:schemeClr val="dk1"/>
                </a:solidFill>
                <a:latin typeface="Hind Vadodara Light"/>
                <a:ea typeface="Hind Vadodara Light"/>
                <a:cs typeface="Hind Vadodara Light"/>
                <a:sym typeface="Hind Vadodara Light"/>
              </a:rPr>
              <a:t>ataupun</a:t>
            </a:r>
            <a:r>
              <a:rPr lang="en-US" b="0" i="0" dirty="0">
                <a:solidFill>
                  <a:schemeClr val="dk1"/>
                </a:solidFill>
                <a:latin typeface="Hind Vadodara Light"/>
                <a:ea typeface="Hind Vadodara Light"/>
                <a:cs typeface="Hind Vadodara Light"/>
                <a:sym typeface="Hind Vadodara Light"/>
              </a:rPr>
              <a:t> </a:t>
            </a:r>
            <a:r>
              <a:rPr lang="en-US" b="0" i="0" dirty="0" err="1">
                <a:solidFill>
                  <a:schemeClr val="dk1"/>
                </a:solidFill>
                <a:latin typeface="Hind Vadodara Light"/>
                <a:ea typeface="Hind Vadodara Light"/>
                <a:cs typeface="Hind Vadodara Light"/>
                <a:sym typeface="Hind Vadodara Light"/>
              </a:rPr>
              <a:t>perintah</a:t>
            </a:r>
            <a:r>
              <a:rPr lang="en-US" b="0" i="0" dirty="0">
                <a:solidFill>
                  <a:schemeClr val="dk1"/>
                </a:solidFill>
                <a:latin typeface="Hind Vadodara Light"/>
                <a:ea typeface="Hind Vadodara Light"/>
                <a:cs typeface="Hind Vadodara Light"/>
                <a:sym typeface="Hind Vadodara Light"/>
              </a:rPr>
              <a:t>. </a:t>
            </a:r>
          </a:p>
          <a:p>
            <a:pPr marL="0" lvl="0" indent="0" algn="just" rtl="0">
              <a:lnSpc>
                <a:spcPct val="100000"/>
              </a:lnSpc>
              <a:spcBef>
                <a:spcPts val="0"/>
              </a:spcBef>
              <a:spcAft>
                <a:spcPts val="0"/>
              </a:spcAft>
              <a:buSzPts val="1400"/>
              <a:buNone/>
            </a:pPr>
            <a:endParaRPr dirty="0">
              <a:solidFill>
                <a:schemeClr val="dk1"/>
              </a:solidFill>
              <a:latin typeface="Hind Vadodara Light"/>
              <a:ea typeface="Hind Vadodara Light"/>
              <a:cs typeface="Hind Vadodara Light"/>
              <a:sym typeface="Hind Vadodara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4"/>
        <p:cNvGrpSpPr/>
        <p:nvPr/>
      </p:nvGrpSpPr>
      <p:grpSpPr>
        <a:xfrm>
          <a:off x="0" y="0"/>
          <a:ext cx="0" cy="0"/>
          <a:chOff x="0" y="0"/>
          <a:chExt cx="0" cy="0"/>
        </a:xfrm>
      </p:grpSpPr>
      <p:sp>
        <p:nvSpPr>
          <p:cNvPr id="135" name="Google Shape;135;p7"/>
          <p:cNvSpPr txBox="1">
            <a:spLocks noGrp="1"/>
          </p:cNvSpPr>
          <p:nvPr>
            <p:ph type="ctrTitle"/>
          </p:nvPr>
        </p:nvSpPr>
        <p:spPr>
          <a:xfrm flipH="1">
            <a:off x="612075" y="1881706"/>
            <a:ext cx="4182900" cy="11232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dirty="0"/>
              <a:t>KEYBOARD</a:t>
            </a:r>
            <a:endParaRPr dirty="0"/>
          </a:p>
        </p:txBody>
      </p:sp>
      <p:sp>
        <p:nvSpPr>
          <p:cNvPr id="136" name="Google Shape;136;p7"/>
          <p:cNvSpPr txBox="1">
            <a:spLocks noGrp="1"/>
          </p:cNvSpPr>
          <p:nvPr>
            <p:ph type="subTitle" idx="1"/>
          </p:nvPr>
        </p:nvSpPr>
        <p:spPr>
          <a:xfrm flipH="1">
            <a:off x="612075" y="3004900"/>
            <a:ext cx="5954980" cy="1604700"/>
          </a:xfrm>
          <a:prstGeom prst="rect">
            <a:avLst/>
          </a:prstGeom>
          <a:noFill/>
          <a:ln>
            <a:noFill/>
          </a:ln>
        </p:spPr>
        <p:txBody>
          <a:bodyPr spcFirstLastPara="1" wrap="square" lIns="91425" tIns="91425" rIns="91425" bIns="91425" anchor="t" anchorCtr="0">
            <a:noAutofit/>
          </a:bodyPr>
          <a:lstStyle/>
          <a:p>
            <a:r>
              <a:rPr lang="en-ID" dirty="0"/>
              <a:t>	</a:t>
            </a:r>
            <a:r>
              <a:rPr lang="en-ID" dirty="0" err="1"/>
              <a:t>Perangkat</a:t>
            </a:r>
            <a:r>
              <a:rPr lang="en-ID" dirty="0"/>
              <a:t> input yang </a:t>
            </a:r>
            <a:r>
              <a:rPr lang="en-ID" dirty="0" err="1"/>
              <a:t>memungkinkan</a:t>
            </a:r>
            <a:r>
              <a:rPr lang="en-ID" dirty="0"/>
              <a:t> </a:t>
            </a:r>
            <a:r>
              <a:rPr lang="en-ID" dirty="0" err="1"/>
              <a:t>pengguna</a:t>
            </a:r>
            <a:r>
              <a:rPr lang="en-ID" dirty="0"/>
              <a:t> </a:t>
            </a:r>
            <a:r>
              <a:rPr lang="en-ID" dirty="0" err="1"/>
              <a:t>mengetik</a:t>
            </a:r>
            <a:r>
              <a:rPr lang="en-ID" dirty="0"/>
              <a:t> </a:t>
            </a:r>
            <a:r>
              <a:rPr lang="en-ID" dirty="0" err="1"/>
              <a:t>huruf</a:t>
            </a:r>
            <a:r>
              <a:rPr lang="en-ID" dirty="0"/>
              <a:t>, </a:t>
            </a:r>
            <a:r>
              <a:rPr lang="en-ID" dirty="0" err="1"/>
              <a:t>angka</a:t>
            </a:r>
            <a:r>
              <a:rPr lang="en-ID" dirty="0"/>
              <a:t>, </a:t>
            </a:r>
            <a:r>
              <a:rPr lang="en-ID" dirty="0" err="1"/>
              <a:t>simbol</a:t>
            </a:r>
            <a:r>
              <a:rPr lang="en-ID" dirty="0"/>
              <a:t>, dan </a:t>
            </a:r>
            <a:r>
              <a:rPr lang="en-ID" dirty="0" err="1"/>
              <a:t>perintah</a:t>
            </a:r>
            <a:r>
              <a:rPr lang="en-ID" dirty="0"/>
              <a:t> </a:t>
            </a:r>
            <a:r>
              <a:rPr lang="en-ID" dirty="0" err="1"/>
              <a:t>ke</a:t>
            </a:r>
            <a:r>
              <a:rPr lang="en-ID" dirty="0"/>
              <a:t> </a:t>
            </a:r>
            <a:r>
              <a:rPr lang="en-ID" dirty="0" err="1"/>
              <a:t>komputer</a:t>
            </a:r>
            <a:r>
              <a:rPr lang="en-ID" dirty="0"/>
              <a:t> </a:t>
            </a:r>
            <a:r>
              <a:rPr lang="en-ID" dirty="0" err="1"/>
              <a:t>atau</a:t>
            </a:r>
            <a:r>
              <a:rPr lang="en-ID" dirty="0"/>
              <a:t> </a:t>
            </a:r>
            <a:r>
              <a:rPr lang="en-ID" dirty="0" err="1"/>
              <a:t>perangkat</a:t>
            </a:r>
            <a:r>
              <a:rPr lang="en-ID" dirty="0"/>
              <a:t> </a:t>
            </a:r>
            <a:r>
              <a:rPr lang="en-ID" dirty="0" err="1"/>
              <a:t>elektronik</a:t>
            </a:r>
            <a:r>
              <a:rPr lang="en-ID" dirty="0"/>
              <a:t> </a:t>
            </a:r>
            <a:r>
              <a:rPr lang="en-ID" dirty="0" err="1"/>
              <a:t>lainnya</a:t>
            </a:r>
            <a:r>
              <a:rPr lang="en-ID" dirty="0"/>
              <a:t>. </a:t>
            </a:r>
            <a:r>
              <a:rPr lang="en-ID" dirty="0" err="1"/>
              <a:t>Perangkat</a:t>
            </a:r>
            <a:r>
              <a:rPr lang="en-ID" dirty="0"/>
              <a:t> </a:t>
            </a:r>
            <a:r>
              <a:rPr lang="en-ID" dirty="0" err="1"/>
              <a:t>ini</a:t>
            </a:r>
            <a:r>
              <a:rPr lang="en-ID" dirty="0"/>
              <a:t> </a:t>
            </a:r>
            <a:r>
              <a:rPr lang="en-ID" dirty="0" err="1"/>
              <a:t>terdiri</a:t>
            </a:r>
            <a:r>
              <a:rPr lang="en-ID" dirty="0"/>
              <a:t> </a:t>
            </a:r>
            <a:r>
              <a:rPr lang="en-ID" dirty="0" err="1"/>
              <a:t>dari</a:t>
            </a:r>
            <a:r>
              <a:rPr lang="en-ID" dirty="0"/>
              <a:t> </a:t>
            </a:r>
            <a:r>
              <a:rPr lang="en-ID" dirty="0" err="1"/>
              <a:t>tombol-tombol</a:t>
            </a:r>
            <a:r>
              <a:rPr lang="en-ID" dirty="0"/>
              <a:t> yang masing-masing </a:t>
            </a:r>
            <a:r>
              <a:rPr lang="en-ID" dirty="0" err="1"/>
              <a:t>memiliki</a:t>
            </a:r>
            <a:r>
              <a:rPr lang="en-ID" dirty="0"/>
              <a:t> </a:t>
            </a:r>
            <a:r>
              <a:rPr lang="en-ID" dirty="0" err="1"/>
              <a:t>fungsi</a:t>
            </a:r>
            <a:r>
              <a:rPr lang="en-ID" dirty="0"/>
              <a:t> </a:t>
            </a:r>
            <a:r>
              <a:rPr lang="en-ID" dirty="0" err="1"/>
              <a:t>tertentu</a:t>
            </a:r>
            <a:r>
              <a:rPr lang="en-ID" dirty="0"/>
              <a:t> dan </a:t>
            </a:r>
            <a:r>
              <a:rPr lang="en-ID" dirty="0" err="1"/>
              <a:t>biasanya</a:t>
            </a:r>
            <a:r>
              <a:rPr lang="en-ID" dirty="0"/>
              <a:t> </a:t>
            </a:r>
            <a:r>
              <a:rPr lang="en-ID" dirty="0" err="1"/>
              <a:t>terinspirasi</a:t>
            </a:r>
            <a:r>
              <a:rPr lang="en-ID" dirty="0"/>
              <a:t> </a:t>
            </a:r>
            <a:r>
              <a:rPr lang="en-ID" dirty="0" err="1"/>
              <a:t>dari</a:t>
            </a:r>
            <a:r>
              <a:rPr lang="en-ID" dirty="0"/>
              <a:t> </a:t>
            </a:r>
            <a:r>
              <a:rPr lang="en-ID" dirty="0" err="1"/>
              <a:t>mesin</a:t>
            </a:r>
            <a:r>
              <a:rPr lang="en-ID" dirty="0"/>
              <a:t> </a:t>
            </a:r>
            <a:r>
              <a:rPr lang="en-ID" dirty="0" err="1"/>
              <a:t>ketik</a:t>
            </a:r>
            <a:r>
              <a:rPr lang="en-ID" dirty="0"/>
              <a:t>, </a:t>
            </a:r>
            <a:r>
              <a:rPr lang="en-ID" dirty="0" err="1"/>
              <a:t>dengan</a:t>
            </a:r>
            <a:r>
              <a:rPr lang="en-ID" dirty="0"/>
              <a:t> tata </a:t>
            </a:r>
            <a:r>
              <a:rPr lang="en-ID" dirty="0" err="1"/>
              <a:t>letak</a:t>
            </a:r>
            <a:r>
              <a:rPr lang="en-ID" dirty="0"/>
              <a:t> </a:t>
            </a:r>
            <a:r>
              <a:rPr lang="en-ID" dirty="0" err="1"/>
              <a:t>tombol</a:t>
            </a:r>
            <a:r>
              <a:rPr lang="en-ID" dirty="0"/>
              <a:t> yang paling </a:t>
            </a:r>
            <a:r>
              <a:rPr lang="en-ID" dirty="0" err="1"/>
              <a:t>umum</a:t>
            </a:r>
            <a:r>
              <a:rPr lang="en-ID" dirty="0"/>
              <a:t> </a:t>
            </a:r>
            <a:r>
              <a:rPr lang="en-ID" dirty="0" err="1"/>
              <a:t>adalah</a:t>
            </a:r>
            <a:r>
              <a:rPr lang="en-ID" dirty="0"/>
              <a:t> QWERTY. </a:t>
            </a:r>
          </a:p>
          <a:p>
            <a:br>
              <a:rPr lang="en-ID" dirty="0"/>
            </a:br>
            <a:endParaRPr lang="en-ID" dirty="0"/>
          </a:p>
          <a:p>
            <a:pPr marL="0" lvl="0" indent="0" algn="just"/>
            <a:endParaRPr dirty="0"/>
          </a:p>
        </p:txBody>
      </p:sp>
      <p:sp>
        <p:nvSpPr>
          <p:cNvPr id="137" name="Google Shape;137;p7"/>
          <p:cNvSpPr txBox="1">
            <a:spLocks noGrp="1"/>
          </p:cNvSpPr>
          <p:nvPr>
            <p:ph type="title" idx="2"/>
          </p:nvPr>
        </p:nvSpPr>
        <p:spPr>
          <a:xfrm flipH="1">
            <a:off x="4894878" y="2571750"/>
            <a:ext cx="13119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B</a:t>
            </a:r>
            <a:endParaRPr/>
          </a:p>
        </p:txBody>
      </p:sp>
      <p:pic>
        <p:nvPicPr>
          <p:cNvPr id="138" name="Google Shape;138;p7" descr="Download Video Mengetik Keyboard Gratis | Template Setelah efek Mp4 -  Pikbest"/>
          <p:cNvPicPr preferRelativeResize="0"/>
          <p:nvPr/>
        </p:nvPicPr>
        <p:blipFill rotWithShape="1">
          <a:blip r:embed="rId4">
            <a:alphaModFix/>
          </a:blip>
          <a:srcRect/>
          <a:stretch/>
        </p:blipFill>
        <p:spPr>
          <a:xfrm>
            <a:off x="762443" y="478301"/>
            <a:ext cx="3065278" cy="14034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2"/>
        <p:cNvGrpSpPr/>
        <p:nvPr/>
      </p:nvGrpSpPr>
      <p:grpSpPr>
        <a:xfrm>
          <a:off x="0" y="0"/>
          <a:ext cx="0" cy="0"/>
          <a:chOff x="0" y="0"/>
          <a:chExt cx="0" cy="0"/>
        </a:xfrm>
      </p:grpSpPr>
      <p:sp>
        <p:nvSpPr>
          <p:cNvPr id="143" name="Google Shape;143;p8"/>
          <p:cNvSpPr txBox="1">
            <a:spLocks noGrp="1"/>
          </p:cNvSpPr>
          <p:nvPr>
            <p:ph type="ctrTitle"/>
          </p:nvPr>
        </p:nvSpPr>
        <p:spPr>
          <a:xfrm>
            <a:off x="52580" y="2312532"/>
            <a:ext cx="3860202" cy="101675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sz="4000"/>
              <a:t>ATM ( AUTOMATED TELLER MACHINE ) </a:t>
            </a:r>
            <a:endParaRPr sz="4000"/>
          </a:p>
        </p:txBody>
      </p:sp>
      <p:sp>
        <p:nvSpPr>
          <p:cNvPr id="144" name="Google Shape;144;p8"/>
          <p:cNvSpPr txBox="1">
            <a:spLocks noGrp="1"/>
          </p:cNvSpPr>
          <p:nvPr>
            <p:ph type="subTitle" idx="1"/>
          </p:nvPr>
        </p:nvSpPr>
        <p:spPr>
          <a:xfrm>
            <a:off x="52580" y="3123844"/>
            <a:ext cx="4479851" cy="234838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dirty="0"/>
              <a:t>ATM </a:t>
            </a:r>
            <a:r>
              <a:rPr lang="en-US" dirty="0" err="1"/>
              <a:t>bekerja</a:t>
            </a:r>
            <a:r>
              <a:rPr lang="en-US" dirty="0"/>
              <a:t> </a:t>
            </a:r>
            <a:r>
              <a:rPr lang="en-US" dirty="0" err="1"/>
              <a:t>sebagai</a:t>
            </a:r>
            <a:r>
              <a:rPr lang="en-US" dirty="0"/>
              <a:t> </a:t>
            </a:r>
            <a:r>
              <a:rPr lang="en-US" dirty="0" err="1"/>
              <a:t>peranti</a:t>
            </a:r>
            <a:r>
              <a:rPr lang="en-US" dirty="0"/>
              <a:t> input - output </a:t>
            </a:r>
            <a:r>
              <a:rPr lang="en-US" dirty="0" err="1"/>
              <a:t>sekaligus</a:t>
            </a:r>
            <a:r>
              <a:rPr lang="en-US" dirty="0"/>
              <a:t>. </a:t>
            </a:r>
            <a:r>
              <a:rPr lang="en-US" dirty="0" err="1"/>
              <a:t>Sebagai</a:t>
            </a:r>
            <a:r>
              <a:rPr lang="en-US" dirty="0"/>
              <a:t> </a:t>
            </a:r>
            <a:r>
              <a:rPr lang="en-US" dirty="0" err="1"/>
              <a:t>peranti</a:t>
            </a:r>
            <a:r>
              <a:rPr lang="en-US" dirty="0"/>
              <a:t> </a:t>
            </a:r>
            <a:r>
              <a:rPr lang="en-US" dirty="0" err="1"/>
              <a:t>masukan</a:t>
            </a:r>
            <a:r>
              <a:rPr lang="en-US" dirty="0"/>
              <a:t> ATM </a:t>
            </a:r>
            <a:r>
              <a:rPr lang="en-US" dirty="0" err="1"/>
              <a:t>memungkinkan</a:t>
            </a:r>
            <a:r>
              <a:rPr lang="en-US" dirty="0"/>
              <a:t> </a:t>
            </a:r>
            <a:r>
              <a:rPr lang="en-US" dirty="0" err="1"/>
              <a:t>pemakainya</a:t>
            </a:r>
            <a:r>
              <a:rPr lang="en-US" dirty="0"/>
              <a:t> </a:t>
            </a:r>
            <a:r>
              <a:rPr lang="en-US" dirty="0" err="1"/>
              <a:t>untuk</a:t>
            </a:r>
            <a:r>
              <a:rPr lang="en-US" dirty="0"/>
              <a:t> </a:t>
            </a:r>
            <a:r>
              <a:rPr lang="en-US" dirty="0" err="1"/>
              <a:t>memasukan</a:t>
            </a:r>
            <a:r>
              <a:rPr lang="en-US" dirty="0"/>
              <a:t> </a:t>
            </a:r>
            <a:r>
              <a:rPr lang="en-US" dirty="0" err="1"/>
              <a:t>nomor</a:t>
            </a:r>
            <a:r>
              <a:rPr lang="en-US" dirty="0"/>
              <a:t> PIN, </a:t>
            </a:r>
            <a:r>
              <a:rPr lang="en-US" dirty="0" err="1"/>
              <a:t>angka</a:t>
            </a:r>
            <a:r>
              <a:rPr lang="en-US" dirty="0"/>
              <a:t> uang, dan </a:t>
            </a:r>
            <a:r>
              <a:rPr lang="en-US" dirty="0" err="1"/>
              <a:t>hal-hal</a:t>
            </a:r>
            <a:r>
              <a:rPr lang="en-US" dirty="0"/>
              <a:t> lain yang </a:t>
            </a:r>
            <a:r>
              <a:rPr lang="en-US" dirty="0" err="1"/>
              <a:t>tersedia</a:t>
            </a:r>
            <a:r>
              <a:rPr lang="en-US" dirty="0"/>
              <a:t> </a:t>
            </a:r>
            <a:r>
              <a:rPr lang="en-US" dirty="0" err="1"/>
              <a:t>dalam</a:t>
            </a:r>
            <a:r>
              <a:rPr lang="en-US" dirty="0"/>
              <a:t> menu. </a:t>
            </a:r>
          </a:p>
          <a:p>
            <a:pPr marL="0" lvl="0" indent="0" algn="just" rtl="0">
              <a:lnSpc>
                <a:spcPct val="100000"/>
              </a:lnSpc>
              <a:spcBef>
                <a:spcPts val="0"/>
              </a:spcBef>
              <a:spcAft>
                <a:spcPts val="0"/>
              </a:spcAft>
              <a:buSzPts val="1400"/>
              <a:buNone/>
            </a:pPr>
            <a:r>
              <a:rPr lang="en-US" dirty="0"/>
              <a:t>Adapun </a:t>
            </a:r>
            <a:r>
              <a:rPr lang="en-US" dirty="0" err="1"/>
              <a:t>sebagai</a:t>
            </a:r>
            <a:r>
              <a:rPr lang="en-US" dirty="0"/>
              <a:t> </a:t>
            </a:r>
            <a:r>
              <a:rPr lang="en-US" dirty="0" err="1"/>
              <a:t>peranti</a:t>
            </a:r>
            <a:r>
              <a:rPr lang="en-US" dirty="0"/>
              <a:t> </a:t>
            </a:r>
            <a:r>
              <a:rPr lang="en-US" dirty="0" err="1"/>
              <a:t>keluaran</a:t>
            </a:r>
            <a:r>
              <a:rPr lang="en-US" dirty="0"/>
              <a:t> ATM </a:t>
            </a:r>
            <a:r>
              <a:rPr lang="en-US" dirty="0" err="1"/>
              <a:t>memungkinkan</a:t>
            </a:r>
            <a:r>
              <a:rPr lang="en-US" dirty="0"/>
              <a:t> </a:t>
            </a:r>
            <a:r>
              <a:rPr lang="en-US" dirty="0" err="1"/>
              <a:t>pemakai</a:t>
            </a:r>
            <a:r>
              <a:rPr lang="en-US" dirty="0"/>
              <a:t> </a:t>
            </a:r>
            <a:r>
              <a:rPr lang="en-US" dirty="0" err="1"/>
              <a:t>melihat</a:t>
            </a:r>
            <a:r>
              <a:rPr lang="en-US" dirty="0"/>
              <a:t> </a:t>
            </a:r>
            <a:r>
              <a:rPr lang="en-US" dirty="0" err="1"/>
              <a:t>perintah</a:t>
            </a:r>
            <a:r>
              <a:rPr lang="en-US" dirty="0"/>
              <a:t> </a:t>
            </a:r>
            <a:r>
              <a:rPr lang="en-US" dirty="0" err="1"/>
              <a:t>maupun</a:t>
            </a:r>
            <a:r>
              <a:rPr lang="en-US" dirty="0"/>
              <a:t> </a:t>
            </a:r>
            <a:r>
              <a:rPr lang="en-US" dirty="0" err="1"/>
              <a:t>kode</a:t>
            </a:r>
            <a:r>
              <a:rPr lang="en-US" dirty="0"/>
              <a:t> dan </a:t>
            </a:r>
            <a:r>
              <a:rPr lang="en-US" dirty="0" err="1"/>
              <a:t>angka</a:t>
            </a:r>
            <a:r>
              <a:rPr lang="en-US" dirty="0"/>
              <a:t> yang </a:t>
            </a:r>
            <a:r>
              <a:rPr lang="en-US" dirty="0" err="1"/>
              <a:t>diketikan</a:t>
            </a:r>
            <a:r>
              <a:rPr lang="en-US" dirty="0"/>
              <a:t> pada </a:t>
            </a:r>
            <a:r>
              <a:rPr lang="en-US" dirty="0" err="1"/>
              <a:t>peranti</a:t>
            </a:r>
            <a:r>
              <a:rPr lang="en-US" dirty="0"/>
              <a:t> </a:t>
            </a:r>
            <a:r>
              <a:rPr lang="en-US" dirty="0" err="1"/>
              <a:t>masukan</a:t>
            </a:r>
            <a:r>
              <a:rPr lang="en-US" dirty="0"/>
              <a:t>. </a:t>
            </a:r>
            <a:endParaRPr dirty="0"/>
          </a:p>
        </p:txBody>
      </p:sp>
      <p:sp>
        <p:nvSpPr>
          <p:cNvPr id="145" name="Google Shape;145;p8"/>
          <p:cNvSpPr txBox="1">
            <a:spLocks noGrp="1"/>
          </p:cNvSpPr>
          <p:nvPr>
            <p:ph type="title" idx="2"/>
          </p:nvPr>
        </p:nvSpPr>
        <p:spPr>
          <a:xfrm>
            <a:off x="4117297" y="3040382"/>
            <a:ext cx="22407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C</a:t>
            </a:r>
            <a:endParaRPr/>
          </a:p>
        </p:txBody>
      </p:sp>
      <p:pic>
        <p:nvPicPr>
          <p:cNvPr id="146" name="Google Shape;146;p8" descr="100+ Gambar Lucu Atm Kekinian - Gambar Pixabay"/>
          <p:cNvPicPr preferRelativeResize="0"/>
          <p:nvPr/>
        </p:nvPicPr>
        <p:blipFill rotWithShape="1">
          <a:blip r:embed="rId4">
            <a:alphaModFix/>
          </a:blip>
          <a:srcRect/>
          <a:stretch/>
        </p:blipFill>
        <p:spPr>
          <a:xfrm>
            <a:off x="446901" y="129271"/>
            <a:ext cx="2016308" cy="1777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0"/>
        <p:cNvGrpSpPr/>
        <p:nvPr/>
      </p:nvGrpSpPr>
      <p:grpSpPr>
        <a:xfrm>
          <a:off x="0" y="0"/>
          <a:ext cx="0" cy="0"/>
          <a:chOff x="0" y="0"/>
          <a:chExt cx="0" cy="0"/>
        </a:xfrm>
      </p:grpSpPr>
      <p:sp>
        <p:nvSpPr>
          <p:cNvPr id="151" name="Google Shape;151;p9"/>
          <p:cNvSpPr txBox="1">
            <a:spLocks noGrp="1"/>
          </p:cNvSpPr>
          <p:nvPr>
            <p:ph type="ctrTitle"/>
          </p:nvPr>
        </p:nvSpPr>
        <p:spPr>
          <a:xfrm flipH="1">
            <a:off x="4133850" y="2074639"/>
            <a:ext cx="4523617" cy="1241475"/>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2400"/>
              <a:buNone/>
            </a:pPr>
            <a:r>
              <a:rPr lang="en-US"/>
              <a:t>POS ( POINT OF SALE )</a:t>
            </a:r>
            <a:endParaRPr/>
          </a:p>
        </p:txBody>
      </p:sp>
      <p:sp>
        <p:nvSpPr>
          <p:cNvPr id="152" name="Google Shape;152;p9"/>
          <p:cNvSpPr txBox="1">
            <a:spLocks noGrp="1"/>
          </p:cNvSpPr>
          <p:nvPr>
            <p:ph type="title" idx="2"/>
          </p:nvPr>
        </p:nvSpPr>
        <p:spPr>
          <a:xfrm flipH="1">
            <a:off x="2133750" y="2176185"/>
            <a:ext cx="20001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D</a:t>
            </a:r>
            <a:endParaRPr/>
          </a:p>
        </p:txBody>
      </p:sp>
      <p:sp>
        <p:nvSpPr>
          <p:cNvPr id="153" name="Google Shape;153;p9"/>
          <p:cNvSpPr txBox="1">
            <a:spLocks noGrp="1"/>
          </p:cNvSpPr>
          <p:nvPr>
            <p:ph type="subTitle" idx="1"/>
          </p:nvPr>
        </p:nvSpPr>
        <p:spPr>
          <a:xfrm flipH="1">
            <a:off x="4133850" y="3114166"/>
            <a:ext cx="4961766" cy="2386409"/>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a:t>Merupakan perangkat yang digunakan pada toko-toko untuk memasukan data pembelian. Biasanya perangkat ini selain berisi tombol seperti keyboard, lengkap dengan angka-angka, juga masih ditambah fasilitas yang memungkinkan untuk memproses kartu kredit atau kartu debit</a:t>
            </a:r>
            <a:endParaRPr/>
          </a:p>
        </p:txBody>
      </p:sp>
      <p:pic>
        <p:nvPicPr>
          <p:cNvPr id="154" name="Google Shape;154;p9" descr="Pos system png » PNG Image"/>
          <p:cNvPicPr preferRelativeResize="0"/>
          <p:nvPr/>
        </p:nvPicPr>
        <p:blipFill rotWithShape="1">
          <a:blip r:embed="rId4">
            <a:alphaModFix/>
          </a:blip>
          <a:srcRect/>
          <a:stretch/>
        </p:blipFill>
        <p:spPr>
          <a:xfrm>
            <a:off x="5420835" y="139463"/>
            <a:ext cx="2971798" cy="20367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txBox="1">
            <a:spLocks noGrp="1"/>
          </p:cNvSpPr>
          <p:nvPr>
            <p:ph type="title"/>
          </p:nvPr>
        </p:nvSpPr>
        <p:spPr>
          <a:xfrm>
            <a:off x="2421000" y="467906"/>
            <a:ext cx="4302000" cy="63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US" dirty="0"/>
              <a:t>2. PERANTI PETUNJUK</a:t>
            </a:r>
            <a:endParaRPr dirty="0"/>
          </a:p>
        </p:txBody>
      </p:sp>
      <p:sp>
        <p:nvSpPr>
          <p:cNvPr id="160" name="Google Shape;160;p10"/>
          <p:cNvSpPr txBox="1">
            <a:spLocks noGrp="1"/>
          </p:cNvSpPr>
          <p:nvPr>
            <p:ph type="subTitle" idx="1"/>
          </p:nvPr>
        </p:nvSpPr>
        <p:spPr>
          <a:xfrm flipH="1">
            <a:off x="546600" y="1299026"/>
            <a:ext cx="8050800" cy="1880700"/>
          </a:xfrm>
          <a:prstGeom prst="rect">
            <a:avLst/>
          </a:prstGeom>
          <a:no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SzPts val="1200"/>
              <a:buNone/>
            </a:pPr>
            <a:r>
              <a:rPr lang="en-US" sz="1400" i="0" dirty="0" err="1">
                <a:solidFill>
                  <a:srgbClr val="202122"/>
                </a:solidFill>
                <a:latin typeface="Hind Vadodara Light"/>
                <a:ea typeface="Hind Vadodara Light"/>
                <a:cs typeface="Hind Vadodara Light"/>
                <a:sym typeface="Hind Vadodara Light"/>
              </a:rPr>
              <a:t>Peranti</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petunjuk</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bahasa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Inggris</a:t>
            </a:r>
            <a:r>
              <a:rPr lang="en-US" sz="1400" i="0" dirty="0">
                <a:solidFill>
                  <a:srgbClr val="202122"/>
                </a:solidFill>
                <a:latin typeface="Hind Vadodara Light"/>
                <a:ea typeface="Hind Vadodara Light"/>
                <a:cs typeface="Hind Vadodara Light"/>
                <a:sym typeface="Hind Vadodara Light"/>
              </a:rPr>
              <a:t>: </a:t>
            </a:r>
            <a:r>
              <a:rPr lang="en-US" sz="1400" i="1" dirty="0">
                <a:solidFill>
                  <a:srgbClr val="202122"/>
                </a:solidFill>
                <a:latin typeface="Hind Vadodara Light"/>
                <a:ea typeface="Hind Vadodara Light"/>
                <a:cs typeface="Hind Vadodara Light"/>
                <a:sym typeface="Hind Vadodara Light"/>
              </a:rPr>
              <a:t>pointing devices</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adalah</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peranti</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masukan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lebih</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spesifiknya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peranti</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antarmuka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manusia</a:t>
            </a:r>
            <a:r>
              <a:rPr lang="en-US" sz="1400" i="0" dirty="0">
                <a:solidFill>
                  <a:srgbClr val="202122"/>
                </a:solidFill>
                <a:latin typeface="Hind Vadodara Light"/>
                <a:ea typeface="Hind Vadodara Light"/>
                <a:cs typeface="Hind Vadodara Light"/>
                <a:sym typeface="Hind Vadodara Light"/>
              </a:rPr>
              <a:t>) yang </a:t>
            </a:r>
            <a:r>
              <a:rPr lang="en-US" sz="1400" i="0" dirty="0" err="1">
                <a:solidFill>
                  <a:srgbClr val="202122"/>
                </a:solidFill>
                <a:latin typeface="Hind Vadodara Light"/>
                <a:ea typeface="Hind Vadodara Light"/>
                <a:cs typeface="Hind Vadodara Light"/>
                <a:sym typeface="Hind Vadodara Light"/>
              </a:rPr>
              <a:t>memungkinkan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pengguna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untuk</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memasukkan</a:t>
            </a:r>
            <a:r>
              <a:rPr lang="en-US" sz="1400" i="0" dirty="0">
                <a:solidFill>
                  <a:srgbClr val="202122"/>
                </a:solidFill>
                <a:latin typeface="Hind Vadodara Light"/>
                <a:ea typeface="Hind Vadodara Light"/>
                <a:cs typeface="Hind Vadodara Light"/>
                <a:sym typeface="Hind Vadodara Light"/>
              </a:rPr>
              <a:t> data </a:t>
            </a:r>
            <a:r>
              <a:rPr lang="en-US" sz="1400" i="0" dirty="0" err="1">
                <a:solidFill>
                  <a:srgbClr val="202122"/>
                </a:solidFill>
                <a:latin typeface="Hind Vadodara Light"/>
                <a:ea typeface="Hind Vadodara Light"/>
                <a:cs typeface="Hind Vadodara Light"/>
                <a:sym typeface="Hind Vadodara Light"/>
              </a:rPr>
              <a:t>spasial</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kontinu</a:t>
            </a:r>
            <a:r>
              <a:rPr lang="en-US" sz="1400" i="0" dirty="0">
                <a:solidFill>
                  <a:srgbClr val="202122"/>
                </a:solidFill>
                <a:latin typeface="Hind Vadodara Light"/>
                <a:ea typeface="Hind Vadodara Light"/>
                <a:cs typeface="Hind Vadodara Light"/>
                <a:sym typeface="Hind Vadodara Light"/>
              </a:rPr>
              <a:t> dan </a:t>
            </a:r>
            <a:r>
              <a:rPr lang="en-US" sz="1400" i="0" dirty="0" err="1">
                <a:solidFill>
                  <a:srgbClr val="202122"/>
                </a:solidFill>
                <a:latin typeface="Hind Vadodara Light"/>
                <a:ea typeface="Hind Vadodara Light"/>
                <a:cs typeface="Hind Vadodara Light"/>
                <a:sym typeface="Hind Vadodara Light"/>
              </a:rPr>
              <a:t>multidimensi</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ke</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dalam</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suatu</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komputer</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Sistem</a:t>
            </a:r>
            <a:r>
              <a:rPr lang="en-US" sz="1400" i="0" dirty="0">
                <a:solidFill>
                  <a:srgbClr val="202122"/>
                </a:solidFill>
                <a:latin typeface="Hind Vadodara Light"/>
                <a:ea typeface="Hind Vadodara Light"/>
                <a:cs typeface="Hind Vadodara Light"/>
                <a:sym typeface="Hind Vadodara Light"/>
              </a:rPr>
              <a:t> CAD (</a:t>
            </a:r>
            <a:r>
              <a:rPr lang="en-US" sz="1400" i="1" dirty="0">
                <a:solidFill>
                  <a:srgbClr val="202122"/>
                </a:solidFill>
                <a:latin typeface="Hind Vadodara Light"/>
                <a:ea typeface="Hind Vadodara Light"/>
                <a:cs typeface="Hind Vadodara Light"/>
                <a:sym typeface="Hind Vadodara Light"/>
              </a:rPr>
              <a:t>Computer-Aided Design</a:t>
            </a:r>
            <a:r>
              <a:rPr lang="en-US" sz="1400" i="0" dirty="0">
                <a:solidFill>
                  <a:srgbClr val="202122"/>
                </a:solidFill>
                <a:latin typeface="Hind Vadodara Light"/>
                <a:ea typeface="Hind Vadodara Light"/>
                <a:cs typeface="Hind Vadodara Light"/>
                <a:sym typeface="Hind Vadodara Light"/>
              </a:rPr>
              <a:t>) dan </a:t>
            </a:r>
            <a:r>
              <a:rPr lang="en-US" sz="1400" i="0" dirty="0" err="1">
                <a:solidFill>
                  <a:srgbClr val="202122"/>
                </a:solidFill>
                <a:latin typeface="Hind Vadodara Light"/>
                <a:ea typeface="Hind Vadodara Light"/>
                <a:cs typeface="Hind Vadodara Light"/>
                <a:sym typeface="Hind Vadodara Light"/>
              </a:rPr>
              <a:t>antarmuka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pengguna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grafis</a:t>
            </a:r>
            <a:r>
              <a:rPr lang="en-US" sz="1400" i="0" dirty="0">
                <a:solidFill>
                  <a:srgbClr val="202122"/>
                </a:solidFill>
                <a:latin typeface="Hind Vadodara Light"/>
                <a:ea typeface="Hind Vadodara Light"/>
                <a:cs typeface="Hind Vadodara Light"/>
                <a:sym typeface="Hind Vadodara Light"/>
              </a:rPr>
              <a:t> (</a:t>
            </a:r>
            <a:r>
              <a:rPr lang="en-US" sz="1400" i="1" dirty="0" err="1">
                <a:solidFill>
                  <a:srgbClr val="202122"/>
                </a:solidFill>
                <a:latin typeface="Hind Vadodara Light"/>
                <a:ea typeface="Hind Vadodara Light"/>
                <a:cs typeface="Hind Vadodara Light"/>
                <a:sym typeface="Hind Vadodara Light"/>
              </a:rPr>
              <a:t>Grafik</a:t>
            </a:r>
            <a:r>
              <a:rPr lang="en-US" sz="1400" i="1" dirty="0">
                <a:solidFill>
                  <a:srgbClr val="202122"/>
                </a:solidFill>
                <a:latin typeface="Hind Vadodara Light"/>
                <a:ea typeface="Hind Vadodara Light"/>
                <a:cs typeface="Hind Vadodara Light"/>
                <a:sym typeface="Hind Vadodara Light"/>
              </a:rPr>
              <a:t> user interface</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memungkinkan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pengguna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untuk</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mengendalikan</a:t>
            </a:r>
            <a:r>
              <a:rPr lang="en-US" sz="1400" i="0" dirty="0">
                <a:solidFill>
                  <a:srgbClr val="202122"/>
                </a:solidFill>
                <a:latin typeface="Hind Vadodara Light"/>
                <a:ea typeface="Hind Vadodara Light"/>
                <a:cs typeface="Hind Vadodara Light"/>
                <a:sym typeface="Hind Vadodara Light"/>
              </a:rPr>
              <a:t> dan </a:t>
            </a:r>
            <a:r>
              <a:rPr lang="en-US" sz="1400" i="0" dirty="0" err="1">
                <a:solidFill>
                  <a:srgbClr val="202122"/>
                </a:solidFill>
                <a:latin typeface="Hind Vadodara Light"/>
                <a:ea typeface="Hind Vadodara Light"/>
                <a:cs typeface="Hind Vadodara Light"/>
                <a:sym typeface="Hind Vadodara Light"/>
              </a:rPr>
              <a:t>memberikan</a:t>
            </a:r>
            <a:r>
              <a:rPr lang="en-US" sz="1400" i="0" dirty="0">
                <a:solidFill>
                  <a:srgbClr val="202122"/>
                </a:solidFill>
                <a:latin typeface="Hind Vadodara Light"/>
                <a:ea typeface="Hind Vadodara Light"/>
                <a:cs typeface="Hind Vadodara Light"/>
                <a:sym typeface="Hind Vadodara Light"/>
              </a:rPr>
              <a:t> data </a:t>
            </a:r>
            <a:r>
              <a:rPr lang="en-US" sz="1400" i="0" dirty="0" err="1">
                <a:solidFill>
                  <a:srgbClr val="202122"/>
                </a:solidFill>
                <a:latin typeface="Hind Vadodara Light"/>
                <a:ea typeface="Hind Vadodara Light"/>
                <a:cs typeface="Hind Vadodara Light"/>
                <a:sym typeface="Hind Vadodara Light"/>
              </a:rPr>
              <a:t>kepada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komputer</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dengan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menggunakan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gestur</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fisik</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tunjuk</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klik</a:t>
            </a:r>
            <a:r>
              <a:rPr lang="en-US" sz="1400" i="0" dirty="0">
                <a:solidFill>
                  <a:srgbClr val="202122"/>
                </a:solidFill>
                <a:latin typeface="Hind Vadodara Light"/>
                <a:ea typeface="Hind Vadodara Light"/>
                <a:cs typeface="Hind Vadodara Light"/>
                <a:sym typeface="Hind Vadodara Light"/>
              </a:rPr>
              <a:t>, dan </a:t>
            </a:r>
            <a:r>
              <a:rPr lang="en-US" sz="1400" i="0" dirty="0" err="1">
                <a:solidFill>
                  <a:srgbClr val="202122"/>
                </a:solidFill>
                <a:latin typeface="Hind Vadodara Light"/>
                <a:ea typeface="Hind Vadodara Light"/>
                <a:cs typeface="Hind Vadodara Light"/>
                <a:sym typeface="Hind Vadodara Light"/>
              </a:rPr>
              <a:t>seret</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misalnya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dengan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menggerakkan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tetikus</a:t>
            </a:r>
            <a:r>
              <a:rPr lang="en-US" sz="1400" i="0" dirty="0">
                <a:solidFill>
                  <a:srgbClr val="202122"/>
                </a:solidFill>
                <a:latin typeface="Hind Vadodara Light"/>
                <a:ea typeface="Hind Vadodara Light"/>
                <a:cs typeface="Hind Vadodara Light"/>
                <a:sym typeface="Hind Vadodara Light"/>
              </a:rPr>
              <a:t> di </a:t>
            </a:r>
            <a:r>
              <a:rPr lang="en-US" sz="1400" i="0" dirty="0" err="1">
                <a:solidFill>
                  <a:srgbClr val="202122"/>
                </a:solidFill>
                <a:latin typeface="Hind Vadodara Light"/>
                <a:ea typeface="Hind Vadodara Light"/>
                <a:cs typeface="Hind Vadodara Light"/>
                <a:sym typeface="Hind Vadodara Light"/>
              </a:rPr>
              <a:t>atas</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permukaan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destop</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fisik</a:t>
            </a:r>
            <a:r>
              <a:rPr lang="en-US" sz="1400" i="0" dirty="0">
                <a:solidFill>
                  <a:srgbClr val="202122"/>
                </a:solidFill>
                <a:latin typeface="Hind Vadodara Light"/>
                <a:ea typeface="Hind Vadodara Light"/>
                <a:cs typeface="Hind Vadodara Light"/>
                <a:sym typeface="Hind Vadodara Light"/>
              </a:rPr>
              <a:t> dan </a:t>
            </a:r>
            <a:r>
              <a:rPr lang="en-US" sz="1400" i="0" dirty="0" err="1">
                <a:solidFill>
                  <a:srgbClr val="202122"/>
                </a:solidFill>
                <a:latin typeface="Hind Vadodara Light"/>
                <a:ea typeface="Hind Vadodara Light"/>
                <a:cs typeface="Hind Vadodara Light"/>
                <a:sym typeface="Hind Vadodara Light"/>
              </a:rPr>
              <a:t>mengaktifkan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tombol</a:t>
            </a:r>
            <a:r>
              <a:rPr lang="en-US" sz="1400" i="0" dirty="0">
                <a:solidFill>
                  <a:srgbClr val="202122"/>
                </a:solidFill>
                <a:latin typeface="Hind Vadodara Light"/>
                <a:ea typeface="Hind Vadodara Light"/>
                <a:cs typeface="Hind Vadodara Light"/>
                <a:sym typeface="Hind Vadodara Light"/>
              </a:rPr>
              <a:t> pada </a:t>
            </a:r>
            <a:r>
              <a:rPr lang="en-US" sz="1400" i="0" dirty="0" err="1">
                <a:solidFill>
                  <a:srgbClr val="202122"/>
                </a:solidFill>
                <a:latin typeface="Hind Vadodara Light"/>
                <a:ea typeface="Hind Vadodara Light"/>
                <a:cs typeface="Hind Vadodara Light"/>
                <a:sym typeface="Hind Vadodara Light"/>
              </a:rPr>
              <a:t>tetikus</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tersebut</a:t>
            </a:r>
            <a:r>
              <a:rPr lang="en-US" sz="1400" i="0" dirty="0">
                <a:solidFill>
                  <a:srgbClr val="202122"/>
                </a:solidFill>
                <a:latin typeface="Hind Vadodara Light"/>
                <a:ea typeface="Hind Vadodara Light"/>
                <a:cs typeface="Hind Vadodara Light"/>
                <a:sym typeface="Hind Vadodara Light"/>
              </a:rPr>
              <a:t>. Gerakan </a:t>
            </a:r>
            <a:r>
              <a:rPr lang="en-US" sz="1400" i="0" dirty="0" err="1">
                <a:solidFill>
                  <a:srgbClr val="202122"/>
                </a:solidFill>
                <a:latin typeface="Hind Vadodara Light"/>
                <a:ea typeface="Hind Vadodara Light"/>
                <a:cs typeface="Hind Vadodara Light"/>
                <a:sym typeface="Hind Vadodara Light"/>
              </a:rPr>
              <a:t>peranti</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penunjuk</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akan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diteruskan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ke</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layar</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dengan</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bergeraknya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penunjuk</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atau</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kursor</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serta</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berbagai</a:t>
            </a:r>
            <a:r>
              <a:rPr lang="en-US" sz="1400" i="0" dirty="0">
                <a:solidFill>
                  <a:srgbClr val="202122"/>
                </a:solidFill>
                <a:latin typeface="Hind Vadodara Light"/>
                <a:ea typeface="Hind Vadodara Light"/>
                <a:cs typeface="Hind Vadodara Light"/>
                <a:sym typeface="Hind Vadodara Light"/>
              </a:rPr>
              <a:t> </a:t>
            </a:r>
            <a:r>
              <a:rPr lang="en-US" sz="1400" i="0" dirty="0" err="1">
                <a:solidFill>
                  <a:srgbClr val="202122"/>
                </a:solidFill>
                <a:latin typeface="Hind Vadodara Light"/>
                <a:ea typeface="Hind Vadodara Light"/>
                <a:cs typeface="Hind Vadodara Light"/>
                <a:sym typeface="Hind Vadodara Light"/>
              </a:rPr>
              <a:t>perubahan</a:t>
            </a:r>
            <a:r>
              <a:rPr lang="en-US" sz="1400" i="0" dirty="0">
                <a:solidFill>
                  <a:srgbClr val="202122"/>
                </a:solidFill>
                <a:latin typeface="Hind Vadodara Light"/>
                <a:ea typeface="Hind Vadodara Light"/>
                <a:cs typeface="Hind Vadodara Light"/>
                <a:sym typeface="Hind Vadodara Light"/>
              </a:rPr>
              <a:t> visual </a:t>
            </a:r>
            <a:r>
              <a:rPr lang="en-US" sz="1400" i="0" dirty="0" err="1">
                <a:solidFill>
                  <a:srgbClr val="202122"/>
                </a:solidFill>
                <a:latin typeface="Hind Vadodara Light"/>
                <a:ea typeface="Hind Vadodara Light"/>
                <a:cs typeface="Hind Vadodara Light"/>
                <a:sym typeface="Hind Vadodara Light"/>
              </a:rPr>
              <a:t>lainnya</a:t>
            </a:r>
            <a:endParaRPr sz="1400" dirty="0">
              <a:latin typeface="Hind Vadodara Light"/>
              <a:ea typeface="Hind Vadodara Light"/>
              <a:cs typeface="Hind Vadodara Light"/>
              <a:sym typeface="Hind Vadodara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4"/>
        <p:cNvGrpSpPr/>
        <p:nvPr/>
      </p:nvGrpSpPr>
      <p:grpSpPr>
        <a:xfrm>
          <a:off x="0" y="0"/>
          <a:ext cx="0" cy="0"/>
          <a:chOff x="0" y="0"/>
          <a:chExt cx="0" cy="0"/>
        </a:xfrm>
      </p:grpSpPr>
      <p:sp>
        <p:nvSpPr>
          <p:cNvPr id="165" name="Google Shape;165;p11"/>
          <p:cNvSpPr/>
          <p:nvPr/>
        </p:nvSpPr>
        <p:spPr>
          <a:xfrm>
            <a:off x="3164700" y="1304600"/>
            <a:ext cx="6691200" cy="66912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11"/>
          <p:cNvSpPr txBox="1">
            <a:spLocks noGrp="1"/>
          </p:cNvSpPr>
          <p:nvPr>
            <p:ph type="title"/>
          </p:nvPr>
        </p:nvSpPr>
        <p:spPr>
          <a:xfrm>
            <a:off x="2421000" y="283608"/>
            <a:ext cx="4302000" cy="63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US" sz="3600"/>
              <a:t>PERANTI PETUNJUK</a:t>
            </a:r>
            <a:endParaRPr sz="3600"/>
          </a:p>
        </p:txBody>
      </p:sp>
      <p:sp>
        <p:nvSpPr>
          <p:cNvPr id="167" name="Google Shape;167;p11"/>
          <p:cNvSpPr txBox="1">
            <a:spLocks noGrp="1"/>
          </p:cNvSpPr>
          <p:nvPr>
            <p:ph type="subTitle" idx="1"/>
          </p:nvPr>
        </p:nvSpPr>
        <p:spPr>
          <a:xfrm flipH="1">
            <a:off x="4617350" y="1527975"/>
            <a:ext cx="3895800" cy="3219600"/>
          </a:xfrm>
          <a:prstGeom prst="rect">
            <a:avLst/>
          </a:prstGeom>
          <a:noFill/>
          <a:ln>
            <a:noFill/>
          </a:ln>
        </p:spPr>
        <p:txBody>
          <a:bodyPr spcFirstLastPara="1" wrap="square" lIns="91425" tIns="91425" rIns="91425" bIns="91425" anchor="t" anchorCtr="0">
            <a:noAutofit/>
          </a:bodyPr>
          <a:lstStyle/>
          <a:p>
            <a:pPr marL="342900" lvl="0" indent="-266700" algn="l" rtl="0">
              <a:lnSpc>
                <a:spcPct val="100000"/>
              </a:lnSpc>
              <a:spcBef>
                <a:spcPts val="0"/>
              </a:spcBef>
              <a:spcAft>
                <a:spcPts val="0"/>
              </a:spcAft>
              <a:buSzPts val="1200"/>
              <a:buFont typeface="Arial"/>
              <a:buNone/>
            </a:pPr>
            <a:endParaRPr sz="1800" dirty="0"/>
          </a:p>
          <a:p>
            <a:pPr marL="457200" lvl="0" indent="-342900" algn="l" rtl="0">
              <a:lnSpc>
                <a:spcPct val="100000"/>
              </a:lnSpc>
              <a:spcBef>
                <a:spcPts val="0"/>
              </a:spcBef>
              <a:spcAft>
                <a:spcPts val="0"/>
              </a:spcAft>
              <a:buClr>
                <a:schemeClr val="accent1"/>
              </a:buClr>
              <a:buSzPts val="1800"/>
              <a:buFont typeface="Arial"/>
              <a:buAutoNum type="alphaUcPeriod"/>
            </a:pPr>
            <a:r>
              <a:rPr lang="en-US" sz="1800" dirty="0"/>
              <a:t>MOUSE</a:t>
            </a:r>
            <a:endParaRPr sz="1800" dirty="0"/>
          </a:p>
          <a:p>
            <a:pPr marL="457200" lvl="0" indent="-342900" algn="l" rtl="0">
              <a:lnSpc>
                <a:spcPct val="100000"/>
              </a:lnSpc>
              <a:spcBef>
                <a:spcPts val="0"/>
              </a:spcBef>
              <a:spcAft>
                <a:spcPts val="0"/>
              </a:spcAft>
              <a:buClr>
                <a:schemeClr val="accent1"/>
              </a:buClr>
              <a:buSzPts val="1800"/>
              <a:buFont typeface="Arial"/>
              <a:buAutoNum type="alphaUcPeriod"/>
            </a:pPr>
            <a:r>
              <a:rPr lang="en-US" sz="1800" dirty="0"/>
              <a:t>TRACKBALL</a:t>
            </a:r>
            <a:endParaRPr sz="1800" dirty="0"/>
          </a:p>
          <a:p>
            <a:pPr marL="457200" lvl="0" indent="-342900" algn="l" rtl="0">
              <a:lnSpc>
                <a:spcPct val="100000"/>
              </a:lnSpc>
              <a:spcBef>
                <a:spcPts val="0"/>
              </a:spcBef>
              <a:spcAft>
                <a:spcPts val="0"/>
              </a:spcAft>
              <a:buClr>
                <a:schemeClr val="accent1"/>
              </a:buClr>
              <a:buSzPts val="1800"/>
              <a:buFont typeface="Arial"/>
              <a:buAutoNum type="alphaUcPeriod"/>
            </a:pPr>
            <a:r>
              <a:rPr lang="en-US" sz="1800" dirty="0"/>
              <a:t>POINTING STICK</a:t>
            </a:r>
            <a:endParaRPr sz="1800" dirty="0"/>
          </a:p>
          <a:p>
            <a:pPr marL="457200" lvl="0" indent="-342900" algn="l" rtl="0">
              <a:lnSpc>
                <a:spcPct val="100000"/>
              </a:lnSpc>
              <a:spcBef>
                <a:spcPts val="0"/>
              </a:spcBef>
              <a:spcAft>
                <a:spcPts val="0"/>
              </a:spcAft>
              <a:buClr>
                <a:schemeClr val="accent1"/>
              </a:buClr>
              <a:buSzPts val="1800"/>
              <a:buFont typeface="Arial"/>
              <a:buAutoNum type="alphaUcPeriod"/>
            </a:pPr>
            <a:r>
              <a:rPr lang="en-US" sz="1800" dirty="0"/>
              <a:t>TOUCHPOD</a:t>
            </a:r>
            <a:endParaRPr sz="1800" dirty="0"/>
          </a:p>
          <a:p>
            <a:pPr marL="457200" lvl="0" indent="-342900" algn="l" rtl="0">
              <a:lnSpc>
                <a:spcPct val="100000"/>
              </a:lnSpc>
              <a:spcBef>
                <a:spcPts val="0"/>
              </a:spcBef>
              <a:spcAft>
                <a:spcPts val="0"/>
              </a:spcAft>
              <a:buClr>
                <a:schemeClr val="accent1"/>
              </a:buClr>
              <a:buSzPts val="1800"/>
              <a:buFont typeface="Arial"/>
              <a:buAutoNum type="alphaUcPeriod"/>
            </a:pPr>
            <a:r>
              <a:rPr lang="en-US" sz="1800" dirty="0"/>
              <a:t>TOUCH SCREEN</a:t>
            </a:r>
            <a:endParaRPr sz="1800" dirty="0"/>
          </a:p>
          <a:p>
            <a:pPr marL="457200" lvl="0" indent="-342900" algn="l" rtl="0">
              <a:lnSpc>
                <a:spcPct val="100000"/>
              </a:lnSpc>
              <a:spcBef>
                <a:spcPts val="0"/>
              </a:spcBef>
              <a:spcAft>
                <a:spcPts val="0"/>
              </a:spcAft>
              <a:buClr>
                <a:schemeClr val="accent1"/>
              </a:buClr>
              <a:buSzPts val="1800"/>
              <a:buFont typeface="Arial"/>
              <a:buAutoNum type="alphaUcPeriod"/>
            </a:pPr>
            <a:r>
              <a:rPr lang="en-US" sz="1800" dirty="0"/>
              <a:t>JOYSTICK</a:t>
            </a:r>
            <a:endParaRPr sz="1800" dirty="0"/>
          </a:p>
          <a:p>
            <a:pPr marL="457200" lvl="0" indent="-342900" algn="l" rtl="0">
              <a:lnSpc>
                <a:spcPct val="100000"/>
              </a:lnSpc>
              <a:spcBef>
                <a:spcPts val="0"/>
              </a:spcBef>
              <a:spcAft>
                <a:spcPts val="0"/>
              </a:spcAft>
              <a:buClr>
                <a:schemeClr val="accent1"/>
              </a:buClr>
              <a:buSzPts val="1800"/>
              <a:buFont typeface="Arial"/>
              <a:buAutoNum type="alphaUcPeriod"/>
            </a:pPr>
            <a:r>
              <a:rPr lang="en-US" sz="1800" dirty="0"/>
              <a:t>PENA</a:t>
            </a:r>
            <a:endParaRPr dirty="0"/>
          </a:p>
          <a:p>
            <a:pPr marL="457200" lvl="0" indent="-342900" algn="l" rtl="0">
              <a:lnSpc>
                <a:spcPct val="100000"/>
              </a:lnSpc>
              <a:spcBef>
                <a:spcPts val="0"/>
              </a:spcBef>
              <a:spcAft>
                <a:spcPts val="0"/>
              </a:spcAft>
              <a:buClr>
                <a:schemeClr val="accent1"/>
              </a:buClr>
              <a:buSzPts val="1800"/>
              <a:buFont typeface="Arial"/>
              <a:buAutoNum type="alphaUcPeriod"/>
            </a:pPr>
            <a:r>
              <a:rPr lang="en-US" sz="1800" dirty="0"/>
              <a:t>DIGITIZING TABLET</a:t>
            </a:r>
            <a:endParaRPr sz="1800" dirty="0"/>
          </a:p>
        </p:txBody>
      </p:sp>
      <p:grpSp>
        <p:nvGrpSpPr>
          <p:cNvPr id="168" name="Google Shape;168;p11"/>
          <p:cNvGrpSpPr/>
          <p:nvPr/>
        </p:nvGrpSpPr>
        <p:grpSpPr>
          <a:xfrm>
            <a:off x="1068436" y="1677128"/>
            <a:ext cx="2427289" cy="2921150"/>
            <a:chOff x="-1056625" y="2573725"/>
            <a:chExt cx="917100" cy="1187025"/>
          </a:xfrm>
        </p:grpSpPr>
        <p:sp>
          <p:nvSpPr>
            <p:cNvPr id="169" name="Google Shape;169;p11"/>
            <p:cNvSpPr/>
            <p:nvPr/>
          </p:nvSpPr>
          <p:spPr>
            <a:xfrm>
              <a:off x="-368950" y="3484925"/>
              <a:ext cx="179450" cy="231375"/>
            </a:xfrm>
            <a:custGeom>
              <a:avLst/>
              <a:gdLst/>
              <a:ahLst/>
              <a:cxnLst/>
              <a:rect l="l" t="t" r="r" b="b"/>
              <a:pathLst>
                <a:path w="7178" h="9255" extrusionOk="0">
                  <a:moveTo>
                    <a:pt x="7178" y="1"/>
                  </a:moveTo>
                  <a:cubicBezTo>
                    <a:pt x="4960" y="1567"/>
                    <a:pt x="2544" y="2842"/>
                    <a:pt x="0" y="3799"/>
                  </a:cubicBezTo>
                  <a:lnTo>
                    <a:pt x="0" y="9254"/>
                  </a:lnTo>
                  <a:lnTo>
                    <a:pt x="7178" y="9254"/>
                  </a:lnTo>
                  <a:lnTo>
                    <a:pt x="7178" y="1"/>
                  </a:lnTo>
                  <a:close/>
                </a:path>
              </a:pathLst>
            </a:custGeom>
            <a:solidFill>
              <a:srgbClr val="88AFA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11"/>
            <p:cNvSpPr/>
            <p:nvPr/>
          </p:nvSpPr>
          <p:spPr>
            <a:xfrm>
              <a:off x="-368950" y="3431250"/>
              <a:ext cx="179450" cy="148650"/>
            </a:xfrm>
            <a:custGeom>
              <a:avLst/>
              <a:gdLst/>
              <a:ahLst/>
              <a:cxnLst/>
              <a:rect l="l" t="t" r="r" b="b"/>
              <a:pathLst>
                <a:path w="7178" h="5946" extrusionOk="0">
                  <a:moveTo>
                    <a:pt x="0" y="1"/>
                  </a:moveTo>
                  <a:lnTo>
                    <a:pt x="0" y="5946"/>
                  </a:lnTo>
                  <a:cubicBezTo>
                    <a:pt x="2544" y="4989"/>
                    <a:pt x="4960" y="3714"/>
                    <a:pt x="7178" y="2148"/>
                  </a:cubicBezTo>
                  <a:lnTo>
                    <a:pt x="7178" y="1"/>
                  </a:lnTo>
                  <a:close/>
                </a:path>
              </a:pathLst>
            </a:custGeom>
            <a:solidFill>
              <a:srgbClr val="D0D7B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11"/>
            <p:cNvSpPr/>
            <p:nvPr/>
          </p:nvSpPr>
          <p:spPr>
            <a:xfrm>
              <a:off x="-522725" y="3579875"/>
              <a:ext cx="153975" cy="134125"/>
            </a:xfrm>
            <a:custGeom>
              <a:avLst/>
              <a:gdLst/>
              <a:ahLst/>
              <a:cxnLst/>
              <a:rect l="l" t="t" r="r" b="b"/>
              <a:pathLst>
                <a:path w="6159" h="5365" extrusionOk="0">
                  <a:moveTo>
                    <a:pt x="6158" y="1"/>
                  </a:moveTo>
                  <a:cubicBezTo>
                    <a:pt x="5754" y="149"/>
                    <a:pt x="5351" y="298"/>
                    <a:pt x="4947" y="433"/>
                  </a:cubicBezTo>
                  <a:cubicBezTo>
                    <a:pt x="4068" y="2998"/>
                    <a:pt x="2559" y="5364"/>
                    <a:pt x="1" y="5364"/>
                  </a:cubicBezTo>
                  <a:lnTo>
                    <a:pt x="6158" y="5364"/>
                  </a:lnTo>
                  <a:lnTo>
                    <a:pt x="6158" y="1"/>
                  </a:lnTo>
                  <a:close/>
                </a:path>
              </a:pathLst>
            </a:custGeom>
            <a:solidFill>
              <a:srgbClr val="88AFA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11"/>
            <p:cNvSpPr/>
            <p:nvPr/>
          </p:nvSpPr>
          <p:spPr>
            <a:xfrm>
              <a:off x="-399075" y="3431250"/>
              <a:ext cx="30150" cy="159450"/>
            </a:xfrm>
            <a:custGeom>
              <a:avLst/>
              <a:gdLst/>
              <a:ahLst/>
              <a:cxnLst/>
              <a:rect l="l" t="t" r="r" b="b"/>
              <a:pathLst>
                <a:path w="1206" h="6378" extrusionOk="0">
                  <a:moveTo>
                    <a:pt x="1205" y="1"/>
                  </a:moveTo>
                  <a:cubicBezTo>
                    <a:pt x="1205" y="1"/>
                    <a:pt x="1042" y="3331"/>
                    <a:pt x="1" y="6378"/>
                  </a:cubicBezTo>
                  <a:cubicBezTo>
                    <a:pt x="405" y="6243"/>
                    <a:pt x="808" y="6094"/>
                    <a:pt x="1205" y="5946"/>
                  </a:cubicBezTo>
                  <a:lnTo>
                    <a:pt x="1205" y="1"/>
                  </a:lnTo>
                  <a:close/>
                </a:path>
              </a:pathLst>
            </a:custGeom>
            <a:solidFill>
              <a:srgbClr val="D0D7B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11"/>
            <p:cNvSpPr/>
            <p:nvPr/>
          </p:nvSpPr>
          <p:spPr>
            <a:xfrm>
              <a:off x="-785950" y="3335425"/>
              <a:ext cx="232250" cy="103825"/>
            </a:xfrm>
            <a:custGeom>
              <a:avLst/>
              <a:gdLst/>
              <a:ahLst/>
              <a:cxnLst/>
              <a:rect l="l" t="t" r="r" b="b"/>
              <a:pathLst>
                <a:path w="9290" h="4153" extrusionOk="0">
                  <a:moveTo>
                    <a:pt x="4153" y="0"/>
                  </a:moveTo>
                  <a:cubicBezTo>
                    <a:pt x="1857" y="0"/>
                    <a:pt x="1" y="1857"/>
                    <a:pt x="1" y="4153"/>
                  </a:cubicBezTo>
                  <a:lnTo>
                    <a:pt x="9290" y="4153"/>
                  </a:lnTo>
                  <a:cubicBezTo>
                    <a:pt x="9290" y="1857"/>
                    <a:pt x="7426" y="0"/>
                    <a:pt x="5138" y="0"/>
                  </a:cubicBezTo>
                  <a:close/>
                </a:path>
              </a:pathLst>
            </a:custGeom>
            <a:solidFill>
              <a:srgbClr val="D4942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11"/>
            <p:cNvSpPr/>
            <p:nvPr/>
          </p:nvSpPr>
          <p:spPr>
            <a:xfrm>
              <a:off x="-609150" y="2887950"/>
              <a:ext cx="152700" cy="107925"/>
            </a:xfrm>
            <a:custGeom>
              <a:avLst/>
              <a:gdLst/>
              <a:ahLst/>
              <a:cxnLst/>
              <a:rect l="l" t="t" r="r" b="b"/>
              <a:pathLst>
                <a:path w="6108" h="4317" extrusionOk="0">
                  <a:moveTo>
                    <a:pt x="222" y="0"/>
                  </a:moveTo>
                  <a:cubicBezTo>
                    <a:pt x="148" y="0"/>
                    <a:pt x="74" y="0"/>
                    <a:pt x="0" y="1"/>
                  </a:cubicBezTo>
                  <a:lnTo>
                    <a:pt x="220" y="3168"/>
                  </a:lnTo>
                  <a:cubicBezTo>
                    <a:pt x="2714" y="3168"/>
                    <a:pt x="4627" y="3615"/>
                    <a:pt x="6108" y="4316"/>
                  </a:cubicBezTo>
                  <a:cubicBezTo>
                    <a:pt x="5980" y="2927"/>
                    <a:pt x="5591" y="1588"/>
                    <a:pt x="4833" y="412"/>
                  </a:cubicBezTo>
                  <a:cubicBezTo>
                    <a:pt x="3311" y="142"/>
                    <a:pt x="1770" y="0"/>
                    <a:pt x="222" y="0"/>
                  </a:cubicBezTo>
                  <a:close/>
                </a:path>
              </a:pathLst>
            </a:custGeom>
            <a:solidFill>
              <a:srgbClr val="D0D7B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11"/>
            <p:cNvSpPr/>
            <p:nvPr/>
          </p:nvSpPr>
          <p:spPr>
            <a:xfrm>
              <a:off x="-488350" y="2898250"/>
              <a:ext cx="302925" cy="505400"/>
            </a:xfrm>
            <a:custGeom>
              <a:avLst/>
              <a:gdLst/>
              <a:ahLst/>
              <a:cxnLst/>
              <a:rect l="l" t="t" r="r" b="b"/>
              <a:pathLst>
                <a:path w="12117" h="20216" extrusionOk="0">
                  <a:moveTo>
                    <a:pt x="1" y="0"/>
                  </a:moveTo>
                  <a:lnTo>
                    <a:pt x="1" y="0"/>
                  </a:lnTo>
                  <a:cubicBezTo>
                    <a:pt x="752" y="1176"/>
                    <a:pt x="1141" y="2515"/>
                    <a:pt x="1276" y="3904"/>
                  </a:cubicBezTo>
                  <a:cubicBezTo>
                    <a:pt x="5478" y="5909"/>
                    <a:pt x="6158" y="10083"/>
                    <a:pt x="6562" y="12499"/>
                  </a:cubicBezTo>
                  <a:cubicBezTo>
                    <a:pt x="7136" y="15957"/>
                    <a:pt x="6633" y="20215"/>
                    <a:pt x="6633" y="20215"/>
                  </a:cubicBezTo>
                  <a:lnTo>
                    <a:pt x="12117" y="20208"/>
                  </a:lnTo>
                  <a:cubicBezTo>
                    <a:pt x="12117" y="20208"/>
                    <a:pt x="11897" y="15305"/>
                    <a:pt x="11323" y="11316"/>
                  </a:cubicBezTo>
                  <a:cubicBezTo>
                    <a:pt x="10849" y="8063"/>
                    <a:pt x="9035" y="1679"/>
                    <a:pt x="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11"/>
            <p:cNvSpPr/>
            <p:nvPr/>
          </p:nvSpPr>
          <p:spPr>
            <a:xfrm>
              <a:off x="-792500" y="2732425"/>
              <a:ext cx="205875" cy="441650"/>
            </a:xfrm>
            <a:custGeom>
              <a:avLst/>
              <a:gdLst/>
              <a:ahLst/>
              <a:cxnLst/>
              <a:rect l="l" t="t" r="r" b="b"/>
              <a:pathLst>
                <a:path w="8235" h="17666" extrusionOk="0">
                  <a:moveTo>
                    <a:pt x="114" y="1"/>
                  </a:moveTo>
                  <a:cubicBezTo>
                    <a:pt x="50" y="1"/>
                    <a:pt x="1" y="51"/>
                    <a:pt x="1" y="114"/>
                  </a:cubicBezTo>
                  <a:lnTo>
                    <a:pt x="1" y="17552"/>
                  </a:lnTo>
                  <a:cubicBezTo>
                    <a:pt x="1" y="17616"/>
                    <a:pt x="50" y="17665"/>
                    <a:pt x="114" y="17665"/>
                  </a:cubicBezTo>
                  <a:lnTo>
                    <a:pt x="8121" y="17665"/>
                  </a:lnTo>
                  <a:cubicBezTo>
                    <a:pt x="8184" y="17665"/>
                    <a:pt x="8234" y="17616"/>
                    <a:pt x="8234" y="17552"/>
                  </a:cubicBezTo>
                  <a:lnTo>
                    <a:pt x="8234" y="114"/>
                  </a:lnTo>
                  <a:cubicBezTo>
                    <a:pt x="8234" y="51"/>
                    <a:pt x="8184" y="1"/>
                    <a:pt x="8121" y="1"/>
                  </a:cubicBezTo>
                  <a:close/>
                </a:path>
              </a:pathLst>
            </a:custGeom>
            <a:solidFill>
              <a:srgbClr val="88AFA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11"/>
            <p:cNvSpPr/>
            <p:nvPr/>
          </p:nvSpPr>
          <p:spPr>
            <a:xfrm>
              <a:off x="-792500" y="2820125"/>
              <a:ext cx="205875" cy="353950"/>
            </a:xfrm>
            <a:custGeom>
              <a:avLst/>
              <a:gdLst/>
              <a:ahLst/>
              <a:cxnLst/>
              <a:rect l="l" t="t" r="r" b="b"/>
              <a:pathLst>
                <a:path w="8235" h="14158" extrusionOk="0">
                  <a:moveTo>
                    <a:pt x="8234" y="0"/>
                  </a:moveTo>
                  <a:cubicBezTo>
                    <a:pt x="6626" y="4330"/>
                    <a:pt x="3976" y="8383"/>
                    <a:pt x="164" y="10756"/>
                  </a:cubicBezTo>
                  <a:cubicBezTo>
                    <a:pt x="64" y="10820"/>
                    <a:pt x="1" y="10926"/>
                    <a:pt x="1" y="11040"/>
                  </a:cubicBezTo>
                  <a:lnTo>
                    <a:pt x="1" y="13817"/>
                  </a:lnTo>
                  <a:cubicBezTo>
                    <a:pt x="1" y="14001"/>
                    <a:pt x="156" y="14157"/>
                    <a:pt x="341" y="14157"/>
                  </a:cubicBezTo>
                  <a:lnTo>
                    <a:pt x="7901" y="14157"/>
                  </a:lnTo>
                  <a:cubicBezTo>
                    <a:pt x="8085" y="14157"/>
                    <a:pt x="8234" y="14001"/>
                    <a:pt x="8234" y="13817"/>
                  </a:cubicBezTo>
                  <a:lnTo>
                    <a:pt x="8234" y="0"/>
                  </a:lnTo>
                  <a:close/>
                </a:path>
              </a:pathLst>
            </a:custGeom>
            <a:solidFill>
              <a:srgbClr val="D1D8B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11"/>
            <p:cNvSpPr/>
            <p:nvPr/>
          </p:nvSpPr>
          <p:spPr>
            <a:xfrm>
              <a:off x="-747150" y="3174050"/>
              <a:ext cx="115350" cy="32075"/>
            </a:xfrm>
            <a:custGeom>
              <a:avLst/>
              <a:gdLst/>
              <a:ahLst/>
              <a:cxnLst/>
              <a:rect l="l" t="t" r="r" b="b"/>
              <a:pathLst>
                <a:path w="4614" h="1283" extrusionOk="0">
                  <a:moveTo>
                    <a:pt x="0" y="0"/>
                  </a:moveTo>
                  <a:lnTo>
                    <a:pt x="0" y="1127"/>
                  </a:lnTo>
                  <a:cubicBezTo>
                    <a:pt x="0" y="1212"/>
                    <a:pt x="71" y="1283"/>
                    <a:pt x="156" y="1283"/>
                  </a:cubicBezTo>
                  <a:lnTo>
                    <a:pt x="4457" y="1283"/>
                  </a:lnTo>
                  <a:cubicBezTo>
                    <a:pt x="4542" y="1283"/>
                    <a:pt x="4613" y="1212"/>
                    <a:pt x="4613" y="1127"/>
                  </a:cubicBezTo>
                  <a:lnTo>
                    <a:pt x="4606" y="0"/>
                  </a:lnTo>
                  <a:close/>
                </a:path>
              </a:pathLst>
            </a:custGeom>
            <a:solidFill>
              <a:srgbClr val="D89F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11"/>
            <p:cNvSpPr/>
            <p:nvPr/>
          </p:nvSpPr>
          <p:spPr>
            <a:xfrm>
              <a:off x="-726775" y="3206100"/>
              <a:ext cx="74600" cy="15450"/>
            </a:xfrm>
            <a:custGeom>
              <a:avLst/>
              <a:gdLst/>
              <a:ahLst/>
              <a:cxnLst/>
              <a:rect l="l" t="t" r="r" b="b"/>
              <a:pathLst>
                <a:path w="2984" h="618" extrusionOk="0">
                  <a:moveTo>
                    <a:pt x="0" y="1"/>
                  </a:moveTo>
                  <a:cubicBezTo>
                    <a:pt x="0" y="341"/>
                    <a:pt x="270" y="617"/>
                    <a:pt x="610" y="617"/>
                  </a:cubicBezTo>
                  <a:lnTo>
                    <a:pt x="2367" y="617"/>
                  </a:lnTo>
                  <a:cubicBezTo>
                    <a:pt x="2707" y="617"/>
                    <a:pt x="2983" y="341"/>
                    <a:pt x="2983" y="1"/>
                  </a:cubicBezTo>
                  <a:close/>
                </a:path>
              </a:pathLst>
            </a:custGeom>
            <a:solidFill>
              <a:srgbClr val="C3CCA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11"/>
            <p:cNvSpPr/>
            <p:nvPr/>
          </p:nvSpPr>
          <p:spPr>
            <a:xfrm>
              <a:off x="-654150" y="2853950"/>
              <a:ext cx="175575" cy="168825"/>
            </a:xfrm>
            <a:custGeom>
              <a:avLst/>
              <a:gdLst/>
              <a:ahLst/>
              <a:cxnLst/>
              <a:rect l="l" t="t" r="r" b="b"/>
              <a:pathLst>
                <a:path w="7023" h="6753" extrusionOk="0">
                  <a:moveTo>
                    <a:pt x="3655" y="1"/>
                  </a:moveTo>
                  <a:cubicBezTo>
                    <a:pt x="3651" y="1"/>
                    <a:pt x="3647" y="1"/>
                    <a:pt x="3642" y="1"/>
                  </a:cubicBezTo>
                  <a:cubicBezTo>
                    <a:pt x="2275" y="1"/>
                    <a:pt x="1042" y="823"/>
                    <a:pt x="525" y="2084"/>
                  </a:cubicBezTo>
                  <a:cubicBezTo>
                    <a:pt x="0" y="3345"/>
                    <a:pt x="291" y="4798"/>
                    <a:pt x="1255" y="5761"/>
                  </a:cubicBezTo>
                  <a:cubicBezTo>
                    <a:pt x="1899" y="6411"/>
                    <a:pt x="2767" y="6753"/>
                    <a:pt x="3648" y="6753"/>
                  </a:cubicBezTo>
                  <a:cubicBezTo>
                    <a:pt x="4083" y="6753"/>
                    <a:pt x="4522" y="6669"/>
                    <a:pt x="4939" y="6498"/>
                  </a:cubicBezTo>
                  <a:cubicBezTo>
                    <a:pt x="6200" y="5974"/>
                    <a:pt x="7022" y="4741"/>
                    <a:pt x="7022" y="3373"/>
                  </a:cubicBezTo>
                  <a:cubicBezTo>
                    <a:pt x="7022" y="1514"/>
                    <a:pt x="5513" y="1"/>
                    <a:pt x="3655" y="1"/>
                  </a:cubicBezTo>
                  <a:close/>
                </a:path>
              </a:pathLst>
            </a:custGeom>
            <a:solidFill>
              <a:srgbClr val="D89F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11"/>
            <p:cNvSpPr/>
            <p:nvPr/>
          </p:nvSpPr>
          <p:spPr>
            <a:xfrm>
              <a:off x="-640325" y="2866700"/>
              <a:ext cx="148800" cy="143150"/>
            </a:xfrm>
            <a:custGeom>
              <a:avLst/>
              <a:gdLst/>
              <a:ahLst/>
              <a:cxnLst/>
              <a:rect l="l" t="t" r="r" b="b"/>
              <a:pathLst>
                <a:path w="5952" h="5726" extrusionOk="0">
                  <a:moveTo>
                    <a:pt x="3091" y="1"/>
                  </a:moveTo>
                  <a:cubicBezTo>
                    <a:pt x="2345" y="1"/>
                    <a:pt x="1612" y="292"/>
                    <a:pt x="1063" y="837"/>
                  </a:cubicBezTo>
                  <a:cubicBezTo>
                    <a:pt x="248" y="1659"/>
                    <a:pt x="0" y="2892"/>
                    <a:pt x="446" y="3962"/>
                  </a:cubicBezTo>
                  <a:cubicBezTo>
                    <a:pt x="886" y="5032"/>
                    <a:pt x="1934" y="5726"/>
                    <a:pt x="3089" y="5726"/>
                  </a:cubicBezTo>
                  <a:cubicBezTo>
                    <a:pt x="4670" y="5726"/>
                    <a:pt x="5952" y="4444"/>
                    <a:pt x="5952" y="2863"/>
                  </a:cubicBezTo>
                  <a:cubicBezTo>
                    <a:pt x="5952" y="1708"/>
                    <a:pt x="5258" y="660"/>
                    <a:pt x="4188" y="220"/>
                  </a:cubicBezTo>
                  <a:cubicBezTo>
                    <a:pt x="3833" y="72"/>
                    <a:pt x="3460" y="1"/>
                    <a:pt x="3091" y="1"/>
                  </a:cubicBezTo>
                  <a:close/>
                </a:path>
              </a:pathLst>
            </a:custGeom>
            <a:solidFill>
              <a:srgbClr val="C3CCA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11"/>
            <p:cNvSpPr/>
            <p:nvPr/>
          </p:nvSpPr>
          <p:spPr>
            <a:xfrm>
              <a:off x="-736000" y="2597100"/>
              <a:ext cx="92850" cy="135350"/>
            </a:xfrm>
            <a:custGeom>
              <a:avLst/>
              <a:gdLst/>
              <a:ahLst/>
              <a:cxnLst/>
              <a:rect l="l" t="t" r="r" b="b"/>
              <a:pathLst>
                <a:path w="3714" h="5414" extrusionOk="0">
                  <a:moveTo>
                    <a:pt x="1" y="1"/>
                  </a:moveTo>
                  <a:lnTo>
                    <a:pt x="1" y="5414"/>
                  </a:lnTo>
                  <a:lnTo>
                    <a:pt x="3714" y="5414"/>
                  </a:lnTo>
                  <a:lnTo>
                    <a:pt x="3714" y="1"/>
                  </a:lnTo>
                  <a:close/>
                </a:path>
              </a:pathLst>
            </a:custGeom>
            <a:solidFill>
              <a:srgbClr val="C3CCA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11"/>
            <p:cNvSpPr/>
            <p:nvPr/>
          </p:nvSpPr>
          <p:spPr>
            <a:xfrm>
              <a:off x="-769300" y="2573725"/>
              <a:ext cx="159450" cy="23400"/>
            </a:xfrm>
            <a:custGeom>
              <a:avLst/>
              <a:gdLst/>
              <a:ahLst/>
              <a:cxnLst/>
              <a:rect l="l" t="t" r="r" b="b"/>
              <a:pathLst>
                <a:path w="6378" h="936" extrusionOk="0">
                  <a:moveTo>
                    <a:pt x="1" y="0"/>
                  </a:moveTo>
                  <a:cubicBezTo>
                    <a:pt x="1" y="517"/>
                    <a:pt x="419" y="936"/>
                    <a:pt x="936" y="936"/>
                  </a:cubicBezTo>
                  <a:lnTo>
                    <a:pt x="5443" y="936"/>
                  </a:lnTo>
                  <a:cubicBezTo>
                    <a:pt x="5960" y="936"/>
                    <a:pt x="6378" y="517"/>
                    <a:pt x="6378" y="0"/>
                  </a:cubicBezTo>
                  <a:close/>
                </a:path>
              </a:pathLst>
            </a:custGeom>
            <a:solidFill>
              <a:srgbClr val="D89F3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11"/>
            <p:cNvSpPr/>
            <p:nvPr/>
          </p:nvSpPr>
          <p:spPr>
            <a:xfrm>
              <a:off x="-917025" y="3394950"/>
              <a:ext cx="756225" cy="56875"/>
            </a:xfrm>
            <a:custGeom>
              <a:avLst/>
              <a:gdLst/>
              <a:ahLst/>
              <a:cxnLst/>
              <a:rect l="l" t="t" r="r" b="b"/>
              <a:pathLst>
                <a:path w="30249" h="2275" extrusionOk="0">
                  <a:moveTo>
                    <a:pt x="376" y="0"/>
                  </a:moveTo>
                  <a:cubicBezTo>
                    <a:pt x="163" y="0"/>
                    <a:pt x="0" y="163"/>
                    <a:pt x="0" y="376"/>
                  </a:cubicBezTo>
                  <a:lnTo>
                    <a:pt x="0" y="1899"/>
                  </a:lnTo>
                  <a:cubicBezTo>
                    <a:pt x="0" y="2105"/>
                    <a:pt x="163" y="2275"/>
                    <a:pt x="376" y="2275"/>
                  </a:cubicBezTo>
                  <a:lnTo>
                    <a:pt x="29873" y="2275"/>
                  </a:lnTo>
                  <a:cubicBezTo>
                    <a:pt x="30079" y="2275"/>
                    <a:pt x="30249" y="2105"/>
                    <a:pt x="30249" y="1899"/>
                  </a:cubicBezTo>
                  <a:lnTo>
                    <a:pt x="30249" y="376"/>
                  </a:lnTo>
                  <a:cubicBezTo>
                    <a:pt x="30249" y="163"/>
                    <a:pt x="30079" y="0"/>
                    <a:pt x="29873" y="0"/>
                  </a:cubicBezTo>
                  <a:close/>
                </a:path>
              </a:pathLst>
            </a:custGeom>
            <a:solidFill>
              <a:srgbClr val="88AFA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11"/>
            <p:cNvSpPr/>
            <p:nvPr/>
          </p:nvSpPr>
          <p:spPr>
            <a:xfrm>
              <a:off x="-1056625" y="3705125"/>
              <a:ext cx="917100" cy="55625"/>
            </a:xfrm>
            <a:custGeom>
              <a:avLst/>
              <a:gdLst/>
              <a:ahLst/>
              <a:cxnLst/>
              <a:rect l="l" t="t" r="r" b="b"/>
              <a:pathLst>
                <a:path w="36684" h="2225" extrusionOk="0">
                  <a:moveTo>
                    <a:pt x="3799" y="0"/>
                  </a:moveTo>
                  <a:cubicBezTo>
                    <a:pt x="2226" y="0"/>
                    <a:pt x="773" y="850"/>
                    <a:pt x="1" y="2225"/>
                  </a:cubicBezTo>
                  <a:lnTo>
                    <a:pt x="35989" y="2225"/>
                  </a:lnTo>
                  <a:cubicBezTo>
                    <a:pt x="36371" y="2225"/>
                    <a:pt x="36683" y="1913"/>
                    <a:pt x="36683" y="1531"/>
                  </a:cubicBezTo>
                  <a:lnTo>
                    <a:pt x="36683" y="694"/>
                  </a:lnTo>
                  <a:cubicBezTo>
                    <a:pt x="36683" y="312"/>
                    <a:pt x="36371" y="0"/>
                    <a:pt x="35989" y="0"/>
                  </a:cubicBezTo>
                  <a:close/>
                </a:path>
              </a:pathLst>
            </a:custGeom>
            <a:solidFill>
              <a:srgbClr val="C3CCA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11"/>
            <p:cNvSpPr/>
            <p:nvPr/>
          </p:nvSpPr>
          <p:spPr>
            <a:xfrm>
              <a:off x="-777450" y="2985250"/>
              <a:ext cx="6775" cy="60525"/>
            </a:xfrm>
            <a:custGeom>
              <a:avLst/>
              <a:gdLst/>
              <a:ahLst/>
              <a:cxnLst/>
              <a:rect l="l" t="t" r="r" b="b"/>
              <a:pathLst>
                <a:path w="271" h="2421" extrusionOk="0">
                  <a:moveTo>
                    <a:pt x="135" y="1"/>
                  </a:moveTo>
                  <a:cubicBezTo>
                    <a:pt x="68" y="1"/>
                    <a:pt x="1" y="45"/>
                    <a:pt x="1" y="134"/>
                  </a:cubicBezTo>
                  <a:lnTo>
                    <a:pt x="1" y="2288"/>
                  </a:lnTo>
                  <a:cubicBezTo>
                    <a:pt x="1" y="2376"/>
                    <a:pt x="68" y="2421"/>
                    <a:pt x="135" y="2421"/>
                  </a:cubicBezTo>
                  <a:cubicBezTo>
                    <a:pt x="203" y="2421"/>
                    <a:pt x="270" y="2376"/>
                    <a:pt x="270" y="2288"/>
                  </a:cubicBezTo>
                  <a:lnTo>
                    <a:pt x="270" y="134"/>
                  </a:lnTo>
                  <a:cubicBezTo>
                    <a:pt x="270" y="45"/>
                    <a:pt x="203" y="1"/>
                    <a:pt x="135" y="1"/>
                  </a:cubicBezTo>
                  <a:close/>
                </a:path>
              </a:pathLst>
            </a:custGeom>
            <a:solidFill>
              <a:srgbClr val="E6F0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11"/>
            <p:cNvSpPr/>
            <p:nvPr/>
          </p:nvSpPr>
          <p:spPr>
            <a:xfrm>
              <a:off x="-777450" y="2760475"/>
              <a:ext cx="6775" cy="160775"/>
            </a:xfrm>
            <a:custGeom>
              <a:avLst/>
              <a:gdLst/>
              <a:ahLst/>
              <a:cxnLst/>
              <a:rect l="l" t="t" r="r" b="b"/>
              <a:pathLst>
                <a:path w="271" h="6431" extrusionOk="0">
                  <a:moveTo>
                    <a:pt x="135" y="0"/>
                  </a:moveTo>
                  <a:cubicBezTo>
                    <a:pt x="68" y="0"/>
                    <a:pt x="1" y="45"/>
                    <a:pt x="1" y="133"/>
                  </a:cubicBezTo>
                  <a:lnTo>
                    <a:pt x="1" y="6298"/>
                  </a:lnTo>
                  <a:cubicBezTo>
                    <a:pt x="1" y="6386"/>
                    <a:pt x="68" y="6430"/>
                    <a:pt x="135" y="6430"/>
                  </a:cubicBezTo>
                  <a:cubicBezTo>
                    <a:pt x="203" y="6430"/>
                    <a:pt x="270" y="6386"/>
                    <a:pt x="270" y="6298"/>
                  </a:cubicBezTo>
                  <a:lnTo>
                    <a:pt x="270" y="133"/>
                  </a:lnTo>
                  <a:cubicBezTo>
                    <a:pt x="270" y="45"/>
                    <a:pt x="203" y="0"/>
                    <a:pt x="135" y="0"/>
                  </a:cubicBezTo>
                  <a:close/>
                </a:path>
              </a:pathLst>
            </a:custGeom>
            <a:solidFill>
              <a:srgbClr val="E6F0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11"/>
            <p:cNvSpPr/>
            <p:nvPr/>
          </p:nvSpPr>
          <p:spPr>
            <a:xfrm>
              <a:off x="-898425" y="3406650"/>
              <a:ext cx="24325" cy="23000"/>
            </a:xfrm>
            <a:custGeom>
              <a:avLst/>
              <a:gdLst/>
              <a:ahLst/>
              <a:cxnLst/>
              <a:rect l="l" t="t" r="r" b="b"/>
              <a:pathLst>
                <a:path w="973" h="920" extrusionOk="0">
                  <a:moveTo>
                    <a:pt x="539" y="259"/>
                  </a:moveTo>
                  <a:lnTo>
                    <a:pt x="539" y="259"/>
                  </a:lnTo>
                  <a:cubicBezTo>
                    <a:pt x="539" y="259"/>
                    <a:pt x="538" y="259"/>
                    <a:pt x="537" y="260"/>
                  </a:cubicBezTo>
                  <a:lnTo>
                    <a:pt x="537" y="260"/>
                  </a:lnTo>
                  <a:cubicBezTo>
                    <a:pt x="538" y="259"/>
                    <a:pt x="539" y="259"/>
                    <a:pt x="539" y="259"/>
                  </a:cubicBezTo>
                  <a:close/>
                  <a:moveTo>
                    <a:pt x="569" y="1"/>
                  </a:moveTo>
                  <a:cubicBezTo>
                    <a:pt x="474" y="1"/>
                    <a:pt x="378" y="24"/>
                    <a:pt x="291" y="71"/>
                  </a:cubicBezTo>
                  <a:cubicBezTo>
                    <a:pt x="121" y="170"/>
                    <a:pt x="15" y="347"/>
                    <a:pt x="7" y="538"/>
                  </a:cubicBezTo>
                  <a:cubicBezTo>
                    <a:pt x="0" y="652"/>
                    <a:pt x="29" y="758"/>
                    <a:pt x="78" y="850"/>
                  </a:cubicBezTo>
                  <a:cubicBezTo>
                    <a:pt x="107" y="899"/>
                    <a:pt x="149" y="919"/>
                    <a:pt x="191" y="919"/>
                  </a:cubicBezTo>
                  <a:cubicBezTo>
                    <a:pt x="282" y="919"/>
                    <a:pt x="370" y="822"/>
                    <a:pt x="312" y="715"/>
                  </a:cubicBezTo>
                  <a:lnTo>
                    <a:pt x="298" y="680"/>
                  </a:lnTo>
                  <a:cubicBezTo>
                    <a:pt x="295" y="675"/>
                    <a:pt x="294" y="672"/>
                    <a:pt x="293" y="672"/>
                  </a:cubicBezTo>
                  <a:lnTo>
                    <a:pt x="293" y="672"/>
                  </a:lnTo>
                  <a:cubicBezTo>
                    <a:pt x="292" y="672"/>
                    <a:pt x="294" y="678"/>
                    <a:pt x="298" y="687"/>
                  </a:cubicBezTo>
                  <a:lnTo>
                    <a:pt x="291" y="673"/>
                  </a:lnTo>
                  <a:cubicBezTo>
                    <a:pt x="284" y="652"/>
                    <a:pt x="277" y="637"/>
                    <a:pt x="277" y="616"/>
                  </a:cubicBezTo>
                  <a:lnTo>
                    <a:pt x="277" y="609"/>
                  </a:lnTo>
                  <a:lnTo>
                    <a:pt x="277" y="574"/>
                  </a:lnTo>
                  <a:cubicBezTo>
                    <a:pt x="277" y="560"/>
                    <a:pt x="284" y="517"/>
                    <a:pt x="277" y="510"/>
                  </a:cubicBezTo>
                  <a:lnTo>
                    <a:pt x="277" y="503"/>
                  </a:lnTo>
                  <a:cubicBezTo>
                    <a:pt x="277" y="496"/>
                    <a:pt x="277" y="489"/>
                    <a:pt x="284" y="475"/>
                  </a:cubicBezTo>
                  <a:cubicBezTo>
                    <a:pt x="284" y="467"/>
                    <a:pt x="284" y="453"/>
                    <a:pt x="291" y="446"/>
                  </a:cubicBezTo>
                  <a:lnTo>
                    <a:pt x="298" y="426"/>
                  </a:lnTo>
                  <a:lnTo>
                    <a:pt x="298" y="426"/>
                  </a:lnTo>
                  <a:cubicBezTo>
                    <a:pt x="293" y="439"/>
                    <a:pt x="292" y="443"/>
                    <a:pt x="293" y="443"/>
                  </a:cubicBezTo>
                  <a:cubicBezTo>
                    <a:pt x="294" y="443"/>
                    <a:pt x="295" y="442"/>
                    <a:pt x="298" y="439"/>
                  </a:cubicBezTo>
                  <a:cubicBezTo>
                    <a:pt x="305" y="418"/>
                    <a:pt x="319" y="397"/>
                    <a:pt x="326" y="382"/>
                  </a:cubicBezTo>
                  <a:lnTo>
                    <a:pt x="333" y="368"/>
                  </a:lnTo>
                  <a:lnTo>
                    <a:pt x="333" y="368"/>
                  </a:lnTo>
                  <a:cubicBezTo>
                    <a:pt x="329" y="377"/>
                    <a:pt x="327" y="383"/>
                    <a:pt x="328" y="383"/>
                  </a:cubicBezTo>
                  <a:cubicBezTo>
                    <a:pt x="329" y="383"/>
                    <a:pt x="331" y="381"/>
                    <a:pt x="333" y="375"/>
                  </a:cubicBezTo>
                  <a:lnTo>
                    <a:pt x="355" y="354"/>
                  </a:lnTo>
                  <a:lnTo>
                    <a:pt x="376" y="333"/>
                  </a:lnTo>
                  <a:lnTo>
                    <a:pt x="383" y="326"/>
                  </a:lnTo>
                  <a:cubicBezTo>
                    <a:pt x="390" y="319"/>
                    <a:pt x="411" y="304"/>
                    <a:pt x="433" y="297"/>
                  </a:cubicBezTo>
                  <a:lnTo>
                    <a:pt x="447" y="290"/>
                  </a:lnTo>
                  <a:cubicBezTo>
                    <a:pt x="454" y="287"/>
                    <a:pt x="457" y="285"/>
                    <a:pt x="457" y="285"/>
                  </a:cubicBezTo>
                  <a:lnTo>
                    <a:pt x="457" y="285"/>
                  </a:lnTo>
                  <a:cubicBezTo>
                    <a:pt x="456" y="285"/>
                    <a:pt x="450" y="287"/>
                    <a:pt x="440" y="290"/>
                  </a:cubicBezTo>
                  <a:lnTo>
                    <a:pt x="468" y="276"/>
                  </a:lnTo>
                  <a:cubicBezTo>
                    <a:pt x="489" y="269"/>
                    <a:pt x="511" y="269"/>
                    <a:pt x="532" y="262"/>
                  </a:cubicBezTo>
                  <a:lnTo>
                    <a:pt x="603" y="262"/>
                  </a:lnTo>
                  <a:cubicBezTo>
                    <a:pt x="624" y="269"/>
                    <a:pt x="645" y="269"/>
                    <a:pt x="666" y="276"/>
                  </a:cubicBezTo>
                  <a:lnTo>
                    <a:pt x="695" y="283"/>
                  </a:lnTo>
                  <a:lnTo>
                    <a:pt x="688" y="283"/>
                  </a:lnTo>
                  <a:lnTo>
                    <a:pt x="702" y="290"/>
                  </a:lnTo>
                  <a:cubicBezTo>
                    <a:pt x="728" y="307"/>
                    <a:pt x="753" y="314"/>
                    <a:pt x="777" y="314"/>
                  </a:cubicBezTo>
                  <a:cubicBezTo>
                    <a:pt x="896" y="314"/>
                    <a:pt x="972" y="134"/>
                    <a:pt x="836" y="64"/>
                  </a:cubicBezTo>
                  <a:cubicBezTo>
                    <a:pt x="753" y="22"/>
                    <a:pt x="661" y="1"/>
                    <a:pt x="569" y="1"/>
                  </a:cubicBezTo>
                  <a:close/>
                </a:path>
              </a:pathLst>
            </a:custGeom>
            <a:solidFill>
              <a:srgbClr val="E6F0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11"/>
            <p:cNvSpPr/>
            <p:nvPr/>
          </p:nvSpPr>
          <p:spPr>
            <a:xfrm>
              <a:off x="-853425" y="3406800"/>
              <a:ext cx="195575" cy="6775"/>
            </a:xfrm>
            <a:custGeom>
              <a:avLst/>
              <a:gdLst/>
              <a:ahLst/>
              <a:cxnLst/>
              <a:rect l="l" t="t" r="r" b="b"/>
              <a:pathLst>
                <a:path w="7823" h="271" extrusionOk="0">
                  <a:moveTo>
                    <a:pt x="177" y="1"/>
                  </a:moveTo>
                  <a:cubicBezTo>
                    <a:pt x="0" y="1"/>
                    <a:pt x="0" y="270"/>
                    <a:pt x="177" y="270"/>
                  </a:cubicBezTo>
                  <a:lnTo>
                    <a:pt x="7645" y="270"/>
                  </a:lnTo>
                  <a:cubicBezTo>
                    <a:pt x="7823" y="270"/>
                    <a:pt x="7823" y="1"/>
                    <a:pt x="7645" y="1"/>
                  </a:cubicBezTo>
                  <a:close/>
                </a:path>
              </a:pathLst>
            </a:custGeom>
            <a:solidFill>
              <a:srgbClr val="E6F0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11"/>
            <p:cNvSpPr/>
            <p:nvPr/>
          </p:nvSpPr>
          <p:spPr>
            <a:xfrm>
              <a:off x="-316175" y="3160825"/>
              <a:ext cx="31375" cy="214300"/>
            </a:xfrm>
            <a:custGeom>
              <a:avLst/>
              <a:gdLst/>
              <a:ahLst/>
              <a:cxnLst/>
              <a:rect l="l" t="t" r="r" b="b"/>
              <a:pathLst>
                <a:path w="1255" h="8572" extrusionOk="0">
                  <a:moveTo>
                    <a:pt x="153" y="1"/>
                  </a:moveTo>
                  <a:cubicBezTo>
                    <a:pt x="77" y="1"/>
                    <a:pt x="1" y="63"/>
                    <a:pt x="22" y="161"/>
                  </a:cubicBezTo>
                  <a:cubicBezTo>
                    <a:pt x="624" y="2251"/>
                    <a:pt x="915" y="4419"/>
                    <a:pt x="879" y="6602"/>
                  </a:cubicBezTo>
                  <a:cubicBezTo>
                    <a:pt x="872" y="7218"/>
                    <a:pt x="837" y="7835"/>
                    <a:pt x="773" y="8444"/>
                  </a:cubicBezTo>
                  <a:cubicBezTo>
                    <a:pt x="766" y="8529"/>
                    <a:pt x="828" y="8572"/>
                    <a:pt x="894" y="8572"/>
                  </a:cubicBezTo>
                  <a:cubicBezTo>
                    <a:pt x="961" y="8572"/>
                    <a:pt x="1032" y="8529"/>
                    <a:pt x="1042" y="8444"/>
                  </a:cubicBezTo>
                  <a:cubicBezTo>
                    <a:pt x="1255" y="6255"/>
                    <a:pt x="1149" y="4044"/>
                    <a:pt x="716" y="1883"/>
                  </a:cubicBezTo>
                  <a:cubicBezTo>
                    <a:pt x="596" y="1280"/>
                    <a:pt x="447" y="685"/>
                    <a:pt x="277" y="90"/>
                  </a:cubicBezTo>
                  <a:cubicBezTo>
                    <a:pt x="254" y="28"/>
                    <a:pt x="204" y="1"/>
                    <a:pt x="15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2"/>
          <p:cNvSpPr txBox="1">
            <a:spLocks noGrp="1"/>
          </p:cNvSpPr>
          <p:nvPr>
            <p:ph type="title" idx="2"/>
          </p:nvPr>
        </p:nvSpPr>
        <p:spPr>
          <a:xfrm>
            <a:off x="2630514" y="2175569"/>
            <a:ext cx="10530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A</a:t>
            </a:r>
            <a:endParaRPr/>
          </a:p>
        </p:txBody>
      </p:sp>
      <p:sp>
        <p:nvSpPr>
          <p:cNvPr id="196" name="Google Shape;196;p12"/>
          <p:cNvSpPr txBox="1">
            <a:spLocks noGrp="1"/>
          </p:cNvSpPr>
          <p:nvPr>
            <p:ph type="ctrTitle"/>
          </p:nvPr>
        </p:nvSpPr>
        <p:spPr>
          <a:xfrm>
            <a:off x="4262107" y="2223781"/>
            <a:ext cx="4535700" cy="822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MOUSE</a:t>
            </a:r>
            <a:endParaRPr/>
          </a:p>
        </p:txBody>
      </p:sp>
      <p:sp>
        <p:nvSpPr>
          <p:cNvPr id="197" name="Google Shape;197;p12"/>
          <p:cNvSpPr txBox="1">
            <a:spLocks noGrp="1"/>
          </p:cNvSpPr>
          <p:nvPr>
            <p:ph type="subTitle" idx="1"/>
          </p:nvPr>
        </p:nvSpPr>
        <p:spPr>
          <a:xfrm>
            <a:off x="4770475" y="2852606"/>
            <a:ext cx="4233794" cy="1560202"/>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a:t>Mouse adalah peranti penunjuk yg pada saat ini telah banyak dipergunakan secara umum. Mouse digunakan untuk menunjuk data atau perintah yg ditampilkan pada layar monitor</a:t>
            </a:r>
            <a:endParaRPr/>
          </a:p>
        </p:txBody>
      </p:sp>
      <p:pic>
        <p:nvPicPr>
          <p:cNvPr id="198" name="Google Shape;198;p12" descr="NAFEE Iron Man Wireless Mouse Gaming Mute Button Silent Click 2.4Ghz - G5 -  Black - JakartaNotebook.com"/>
          <p:cNvPicPr preferRelativeResize="0"/>
          <p:nvPr/>
        </p:nvPicPr>
        <p:blipFill rotWithShape="1">
          <a:blip r:embed="rId3">
            <a:alphaModFix/>
          </a:blip>
          <a:srcRect/>
          <a:stretch/>
        </p:blipFill>
        <p:spPr>
          <a:xfrm>
            <a:off x="5480642" y="87637"/>
            <a:ext cx="2408716" cy="194797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2"/>
        <p:cNvGrpSpPr/>
        <p:nvPr/>
      </p:nvGrpSpPr>
      <p:grpSpPr>
        <a:xfrm>
          <a:off x="0" y="0"/>
          <a:ext cx="0" cy="0"/>
          <a:chOff x="0" y="0"/>
          <a:chExt cx="0" cy="0"/>
        </a:xfrm>
      </p:grpSpPr>
      <p:sp>
        <p:nvSpPr>
          <p:cNvPr id="203" name="Google Shape;203;p13"/>
          <p:cNvSpPr txBox="1">
            <a:spLocks noGrp="1"/>
          </p:cNvSpPr>
          <p:nvPr>
            <p:ph type="ctrTitle"/>
          </p:nvPr>
        </p:nvSpPr>
        <p:spPr>
          <a:xfrm flipH="1">
            <a:off x="612075" y="1881706"/>
            <a:ext cx="4182900" cy="11232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a:t>TRACKBALL</a:t>
            </a:r>
            <a:endParaRPr/>
          </a:p>
        </p:txBody>
      </p:sp>
      <p:sp>
        <p:nvSpPr>
          <p:cNvPr id="204" name="Google Shape;204;p13"/>
          <p:cNvSpPr txBox="1">
            <a:spLocks noGrp="1"/>
          </p:cNvSpPr>
          <p:nvPr>
            <p:ph type="subTitle" idx="1"/>
          </p:nvPr>
        </p:nvSpPr>
        <p:spPr>
          <a:xfrm flipH="1">
            <a:off x="239579" y="2816791"/>
            <a:ext cx="4009544" cy="3258856"/>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a:t>Trackball memiliki fungsi yang sama dengan mouse, yaitu untuk memilih perintah perintah dari menu tampilan grafis. Perbedaannya terdapat pada kehematan tempat karena trackball tidak memerlukan banyak tempat untuk pergeseran sebab untuk menggeser kursor kita hanya perlu menggeser bola besar yang ada bukan menggeser alatnya. </a:t>
            </a:r>
            <a:endParaRPr/>
          </a:p>
        </p:txBody>
      </p:sp>
      <p:sp>
        <p:nvSpPr>
          <p:cNvPr id="205" name="Google Shape;205;p13"/>
          <p:cNvSpPr txBox="1">
            <a:spLocks noGrp="1"/>
          </p:cNvSpPr>
          <p:nvPr>
            <p:ph type="title" idx="2"/>
          </p:nvPr>
        </p:nvSpPr>
        <p:spPr>
          <a:xfrm flipH="1">
            <a:off x="4894878" y="2571750"/>
            <a:ext cx="13119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B</a:t>
            </a:r>
            <a:endParaRPr/>
          </a:p>
        </p:txBody>
      </p:sp>
      <p:pic>
        <p:nvPicPr>
          <p:cNvPr id="206" name="Google Shape;206;p13" descr="Apa Itu Trackball? Mengenal Pengertian Trackball"/>
          <p:cNvPicPr preferRelativeResize="0"/>
          <p:nvPr/>
        </p:nvPicPr>
        <p:blipFill rotWithShape="1">
          <a:blip r:embed="rId4">
            <a:alphaModFix/>
          </a:blip>
          <a:srcRect/>
          <a:stretch/>
        </p:blipFill>
        <p:spPr>
          <a:xfrm>
            <a:off x="512172" y="181861"/>
            <a:ext cx="3461475" cy="178164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sp>
        <p:nvSpPr>
          <p:cNvPr id="211" name="Google Shape;211;p14"/>
          <p:cNvSpPr txBox="1">
            <a:spLocks noGrp="1"/>
          </p:cNvSpPr>
          <p:nvPr>
            <p:ph type="ctrTitle"/>
          </p:nvPr>
        </p:nvSpPr>
        <p:spPr>
          <a:xfrm>
            <a:off x="371550" y="1498752"/>
            <a:ext cx="5072400" cy="1541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sz="4400"/>
              <a:t>POINTING STICK</a:t>
            </a:r>
            <a:endParaRPr sz="4400"/>
          </a:p>
        </p:txBody>
      </p:sp>
      <p:sp>
        <p:nvSpPr>
          <p:cNvPr id="212" name="Google Shape;212;p14"/>
          <p:cNvSpPr txBox="1">
            <a:spLocks noGrp="1"/>
          </p:cNvSpPr>
          <p:nvPr>
            <p:ph type="subTitle" idx="1"/>
          </p:nvPr>
        </p:nvSpPr>
        <p:spPr>
          <a:xfrm>
            <a:off x="371544" y="3040380"/>
            <a:ext cx="3663600" cy="20340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b="0" i="0">
                <a:solidFill>
                  <a:srgbClr val="000000"/>
                </a:solidFill>
                <a:latin typeface="Arial"/>
                <a:ea typeface="Arial"/>
                <a:cs typeface="Arial"/>
                <a:sym typeface="Arial"/>
              </a:rPr>
              <a:t>Pointing stick adalah alat penunjuk yg berwujud seperti karet penghapus pada pensil yg biasanya terletak pada laptop. Biasa juga disebut Stylus, cara kerjanya dengan menekan peranti ini kearah yang kita inginkan. Semakin ditekan biasanya gerakan kursor akan lebih cepat.</a:t>
            </a:r>
            <a:endParaRPr/>
          </a:p>
        </p:txBody>
      </p:sp>
      <p:sp>
        <p:nvSpPr>
          <p:cNvPr id="213" name="Google Shape;213;p14"/>
          <p:cNvSpPr txBox="1">
            <a:spLocks noGrp="1"/>
          </p:cNvSpPr>
          <p:nvPr>
            <p:ph type="title" idx="2"/>
          </p:nvPr>
        </p:nvSpPr>
        <p:spPr>
          <a:xfrm>
            <a:off x="4117297" y="3040382"/>
            <a:ext cx="22407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C</a:t>
            </a:r>
            <a:endParaRPr/>
          </a:p>
        </p:txBody>
      </p:sp>
      <p:pic>
        <p:nvPicPr>
          <p:cNvPr id="214" name="Google Shape;214;p14" descr="Apa Itu Pointing Stick? Mengenal Pengertian Pointing Stick"/>
          <p:cNvPicPr preferRelativeResize="0"/>
          <p:nvPr/>
        </p:nvPicPr>
        <p:blipFill rotWithShape="1">
          <a:blip r:embed="rId4">
            <a:alphaModFix/>
          </a:blip>
          <a:srcRect/>
          <a:stretch/>
        </p:blipFill>
        <p:spPr>
          <a:xfrm>
            <a:off x="626200" y="147676"/>
            <a:ext cx="3154326" cy="210452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8"/>
        <p:cNvGrpSpPr/>
        <p:nvPr/>
      </p:nvGrpSpPr>
      <p:grpSpPr>
        <a:xfrm>
          <a:off x="0" y="0"/>
          <a:ext cx="0" cy="0"/>
          <a:chOff x="0" y="0"/>
          <a:chExt cx="0" cy="0"/>
        </a:xfrm>
      </p:grpSpPr>
      <p:sp>
        <p:nvSpPr>
          <p:cNvPr id="219" name="Google Shape;219;p15"/>
          <p:cNvSpPr txBox="1">
            <a:spLocks noGrp="1"/>
          </p:cNvSpPr>
          <p:nvPr>
            <p:ph type="ctrTitle"/>
          </p:nvPr>
        </p:nvSpPr>
        <p:spPr>
          <a:xfrm flipH="1">
            <a:off x="5334641" y="2024438"/>
            <a:ext cx="2560184" cy="1241475"/>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2400"/>
              <a:buNone/>
            </a:pPr>
            <a:r>
              <a:rPr lang="en-US"/>
              <a:t>TOUCHPED</a:t>
            </a:r>
            <a:endParaRPr/>
          </a:p>
        </p:txBody>
      </p:sp>
      <p:sp>
        <p:nvSpPr>
          <p:cNvPr id="220" name="Google Shape;220;p15"/>
          <p:cNvSpPr txBox="1">
            <a:spLocks noGrp="1"/>
          </p:cNvSpPr>
          <p:nvPr>
            <p:ph type="title" idx="2"/>
          </p:nvPr>
        </p:nvSpPr>
        <p:spPr>
          <a:xfrm flipH="1">
            <a:off x="2133750" y="2176185"/>
            <a:ext cx="20001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D</a:t>
            </a:r>
            <a:endParaRPr/>
          </a:p>
        </p:txBody>
      </p:sp>
      <p:sp>
        <p:nvSpPr>
          <p:cNvPr id="221" name="Google Shape;221;p15"/>
          <p:cNvSpPr txBox="1">
            <a:spLocks noGrp="1"/>
          </p:cNvSpPr>
          <p:nvPr>
            <p:ph type="subTitle" idx="1"/>
          </p:nvPr>
        </p:nvSpPr>
        <p:spPr>
          <a:xfrm flipH="1">
            <a:off x="4133850" y="3114166"/>
            <a:ext cx="4961766" cy="2386409"/>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a:t>Touchpad adalah peranti penunjuk yg berupa tempat datar guna menggeser penunjuk pada layar monitor dg cara menggeserkan tangan diatasnya. Untuk melakukan “klik” pada touchpad hanya dilakukan dengan cara mengetuk permukaan touchpad tersebut. Touchpad biasa terdapat pada laptop karena tidak memerlukan tempat kerja yg luas. </a:t>
            </a:r>
            <a:endParaRPr/>
          </a:p>
        </p:txBody>
      </p:sp>
      <p:sp>
        <p:nvSpPr>
          <p:cNvPr id="222" name="Google Shape;222;p15" descr="2 Cara Mematikan TouchPad Laptop Saat Mouse Terpasang Dengan Mudah |  Pro.Co.Id"/>
          <p:cNvSpPr/>
          <p:nvPr/>
        </p:nvSpPr>
        <p:spPr>
          <a:xfrm>
            <a:off x="4419600" y="241935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23" name="Google Shape;223;p15" descr="2 Cara Mematikan TouchPad Laptop Saat Mouse Terpasang Dengan Mudah |  Pro.Co.Id"/>
          <p:cNvPicPr preferRelativeResize="0"/>
          <p:nvPr/>
        </p:nvPicPr>
        <p:blipFill rotWithShape="1">
          <a:blip r:embed="rId4">
            <a:alphaModFix/>
          </a:blip>
          <a:srcRect/>
          <a:stretch/>
        </p:blipFill>
        <p:spPr>
          <a:xfrm>
            <a:off x="5157431" y="178821"/>
            <a:ext cx="3295650" cy="19973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7"/>
        <p:cNvGrpSpPr/>
        <p:nvPr/>
      </p:nvGrpSpPr>
      <p:grpSpPr>
        <a:xfrm>
          <a:off x="0" y="0"/>
          <a:ext cx="0" cy="0"/>
          <a:chOff x="0" y="0"/>
          <a:chExt cx="0" cy="0"/>
        </a:xfrm>
      </p:grpSpPr>
      <p:sp>
        <p:nvSpPr>
          <p:cNvPr id="228" name="Google Shape;228;p16"/>
          <p:cNvSpPr txBox="1">
            <a:spLocks noGrp="1"/>
          </p:cNvSpPr>
          <p:nvPr>
            <p:ph type="ctrTitle"/>
          </p:nvPr>
        </p:nvSpPr>
        <p:spPr>
          <a:xfrm flipH="1">
            <a:off x="4484616" y="2692453"/>
            <a:ext cx="36903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400"/>
              <a:buNone/>
            </a:pPr>
            <a:r>
              <a:rPr lang="en-US"/>
              <a:t>TOUCH SCREEN</a:t>
            </a:r>
            <a:endParaRPr/>
          </a:p>
        </p:txBody>
      </p:sp>
      <p:sp>
        <p:nvSpPr>
          <p:cNvPr id="229" name="Google Shape;229;p16"/>
          <p:cNvSpPr txBox="1">
            <a:spLocks noGrp="1"/>
          </p:cNvSpPr>
          <p:nvPr>
            <p:ph type="title" idx="2"/>
          </p:nvPr>
        </p:nvSpPr>
        <p:spPr>
          <a:xfrm flipH="1">
            <a:off x="3451650" y="1450584"/>
            <a:ext cx="22407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E</a:t>
            </a:r>
            <a:endParaRPr/>
          </a:p>
        </p:txBody>
      </p:sp>
      <p:sp>
        <p:nvSpPr>
          <p:cNvPr id="230" name="Google Shape;230;p16"/>
          <p:cNvSpPr txBox="1">
            <a:spLocks noGrp="1"/>
          </p:cNvSpPr>
          <p:nvPr>
            <p:ph type="subTitle" idx="1"/>
          </p:nvPr>
        </p:nvSpPr>
        <p:spPr>
          <a:xfrm flipH="1">
            <a:off x="4633623" y="3270253"/>
            <a:ext cx="3803410" cy="204057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a:t>Touch screen adalah peranti penunjuk berupa monitor yg telah dibuat sangat peka sehingga memungkinkan pemakai untuk menunjuk dan menyentuh suatu gambar dilayar secara langsung guna mengaktifkan suatu perintah.</a:t>
            </a:r>
            <a:endParaRPr/>
          </a:p>
        </p:txBody>
      </p:sp>
      <p:pic>
        <p:nvPicPr>
          <p:cNvPr id="231" name="Google Shape;231;p16" descr="Touch Screen, Ketahui Jenis dan Perbedaannya | JAKVISUAL"/>
          <p:cNvPicPr preferRelativeResize="0"/>
          <p:nvPr/>
        </p:nvPicPr>
        <p:blipFill rotWithShape="1">
          <a:blip r:embed="rId4">
            <a:alphaModFix/>
          </a:blip>
          <a:srcRect/>
          <a:stretch/>
        </p:blipFill>
        <p:spPr>
          <a:xfrm>
            <a:off x="443520" y="2571750"/>
            <a:ext cx="3398377" cy="204057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7"/>
          <p:cNvSpPr txBox="1">
            <a:spLocks noGrp="1"/>
          </p:cNvSpPr>
          <p:nvPr>
            <p:ph type="title" idx="2"/>
          </p:nvPr>
        </p:nvSpPr>
        <p:spPr>
          <a:xfrm>
            <a:off x="2630514" y="2175569"/>
            <a:ext cx="10530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F</a:t>
            </a:r>
            <a:endParaRPr/>
          </a:p>
        </p:txBody>
      </p:sp>
      <p:sp>
        <p:nvSpPr>
          <p:cNvPr id="237" name="Google Shape;237;p17"/>
          <p:cNvSpPr txBox="1">
            <a:spLocks noGrp="1"/>
          </p:cNvSpPr>
          <p:nvPr>
            <p:ph type="ctrTitle"/>
          </p:nvPr>
        </p:nvSpPr>
        <p:spPr>
          <a:xfrm>
            <a:off x="4266019" y="2160301"/>
            <a:ext cx="4535700" cy="822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JOYSTICK</a:t>
            </a:r>
            <a:endParaRPr/>
          </a:p>
        </p:txBody>
      </p:sp>
      <p:sp>
        <p:nvSpPr>
          <p:cNvPr id="238" name="Google Shape;238;p17"/>
          <p:cNvSpPr txBox="1">
            <a:spLocks noGrp="1"/>
          </p:cNvSpPr>
          <p:nvPr>
            <p:ph type="subTitle" idx="1"/>
          </p:nvPr>
        </p:nvSpPr>
        <p:spPr>
          <a:xfrm>
            <a:off x="4678326" y="2753369"/>
            <a:ext cx="4233794" cy="1560202"/>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a:t>Joystick atau Tuas Kendali adalah alat masukan komputer yang berwujud tuas yang dapat bergerak ke segala arah. Alat ini dapat mentransmisikan arah sebesar dua atau tiga dimensi ke komputer. Alat ini umumnya digunakan sebagai pelengkap untuk memainkan permainan video yang dilengkapi lebih dari satu tombol</a:t>
            </a:r>
            <a:endParaRPr/>
          </a:p>
        </p:txBody>
      </p:sp>
      <p:pic>
        <p:nvPicPr>
          <p:cNvPr id="239" name="Google Shape;239;p17" descr="Pengertian Joystick: Fungsi, Jenis-Jenis &amp;amp; Cara Kerja Joystick [Lengkap]"/>
          <p:cNvPicPr preferRelativeResize="0"/>
          <p:nvPr/>
        </p:nvPicPr>
        <p:blipFill rotWithShape="1">
          <a:blip r:embed="rId3">
            <a:alphaModFix/>
          </a:blip>
          <a:srcRect/>
          <a:stretch/>
        </p:blipFill>
        <p:spPr>
          <a:xfrm>
            <a:off x="5436781" y="102559"/>
            <a:ext cx="2466753" cy="198142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3"/>
        <p:cNvGrpSpPr/>
        <p:nvPr/>
      </p:nvGrpSpPr>
      <p:grpSpPr>
        <a:xfrm>
          <a:off x="0" y="0"/>
          <a:ext cx="0" cy="0"/>
          <a:chOff x="0" y="0"/>
          <a:chExt cx="0" cy="0"/>
        </a:xfrm>
      </p:grpSpPr>
      <p:sp>
        <p:nvSpPr>
          <p:cNvPr id="244" name="Google Shape;244;p18"/>
          <p:cNvSpPr txBox="1">
            <a:spLocks noGrp="1"/>
          </p:cNvSpPr>
          <p:nvPr>
            <p:ph type="ctrTitle"/>
          </p:nvPr>
        </p:nvSpPr>
        <p:spPr>
          <a:xfrm flipH="1">
            <a:off x="612075" y="2010150"/>
            <a:ext cx="1393934" cy="11232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a:t>PENA </a:t>
            </a:r>
            <a:endParaRPr/>
          </a:p>
        </p:txBody>
      </p:sp>
      <p:sp>
        <p:nvSpPr>
          <p:cNvPr id="245" name="Google Shape;245;p18"/>
          <p:cNvSpPr txBox="1">
            <a:spLocks noGrp="1"/>
          </p:cNvSpPr>
          <p:nvPr>
            <p:ph type="subTitle" idx="1"/>
          </p:nvPr>
        </p:nvSpPr>
        <p:spPr>
          <a:xfrm flipH="1">
            <a:off x="612075" y="2837144"/>
            <a:ext cx="4009544" cy="3258856"/>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b="0" i="0">
                <a:solidFill>
                  <a:srgbClr val="141412"/>
                </a:solidFill>
                <a:latin typeface="Times New Roman"/>
                <a:ea typeface="Times New Roman"/>
                <a:cs typeface="Times New Roman"/>
                <a:sym typeface="Times New Roman"/>
              </a:rPr>
              <a:t>Sistem berbaris pena elektronik memungkinkan seseorang memilih, memasukan perintah, dan bahkan menerima masukan berupa tulisan tangan , jika menggunakan perangkat lunak yang dapat mengenali dan menerjemahkan tulisan tangan.</a:t>
            </a:r>
            <a:endParaRPr/>
          </a:p>
        </p:txBody>
      </p:sp>
      <p:sp>
        <p:nvSpPr>
          <p:cNvPr id="246" name="Google Shape;246;p18"/>
          <p:cNvSpPr txBox="1">
            <a:spLocks noGrp="1"/>
          </p:cNvSpPr>
          <p:nvPr>
            <p:ph type="title" idx="2"/>
          </p:nvPr>
        </p:nvSpPr>
        <p:spPr>
          <a:xfrm flipH="1">
            <a:off x="4894878" y="2571750"/>
            <a:ext cx="13119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G</a:t>
            </a:r>
            <a:endParaRPr/>
          </a:p>
        </p:txBody>
      </p:sp>
      <p:pic>
        <p:nvPicPr>
          <p:cNvPr id="247" name="Google Shape;247;p18" descr="Modbook Pro OS X Mountain Lion tablet launches with SSD - SlashGear"/>
          <p:cNvPicPr preferRelativeResize="0"/>
          <p:nvPr/>
        </p:nvPicPr>
        <p:blipFill rotWithShape="1">
          <a:blip r:embed="rId4">
            <a:alphaModFix/>
          </a:blip>
          <a:srcRect/>
          <a:stretch/>
        </p:blipFill>
        <p:spPr>
          <a:xfrm>
            <a:off x="1238159" y="256399"/>
            <a:ext cx="3262835" cy="180631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9"/>
        <p:cNvGrpSpPr/>
        <p:nvPr/>
      </p:nvGrpSpPr>
      <p:grpSpPr>
        <a:xfrm>
          <a:off x="0" y="0"/>
          <a:ext cx="0" cy="0"/>
          <a:chOff x="0" y="0"/>
          <a:chExt cx="0" cy="0"/>
        </a:xfrm>
      </p:grpSpPr>
      <p:sp>
        <p:nvSpPr>
          <p:cNvPr id="260" name="Google Shape;260;p20"/>
          <p:cNvSpPr txBox="1">
            <a:spLocks noGrp="1"/>
          </p:cNvSpPr>
          <p:nvPr>
            <p:ph type="ctrTitle"/>
          </p:nvPr>
        </p:nvSpPr>
        <p:spPr>
          <a:xfrm flipH="1">
            <a:off x="3962399" y="2133247"/>
            <a:ext cx="4007495" cy="1241475"/>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2400"/>
              <a:buNone/>
            </a:pPr>
            <a:r>
              <a:rPr lang="en-US"/>
              <a:t>DIGITIZING TABLET</a:t>
            </a:r>
            <a:endParaRPr/>
          </a:p>
        </p:txBody>
      </p:sp>
      <p:sp>
        <p:nvSpPr>
          <p:cNvPr id="261" name="Google Shape;261;p20"/>
          <p:cNvSpPr txBox="1">
            <a:spLocks noGrp="1"/>
          </p:cNvSpPr>
          <p:nvPr>
            <p:ph type="title" idx="2"/>
          </p:nvPr>
        </p:nvSpPr>
        <p:spPr>
          <a:xfrm flipH="1">
            <a:off x="2133750" y="2176185"/>
            <a:ext cx="20001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I</a:t>
            </a:r>
            <a:endParaRPr/>
          </a:p>
        </p:txBody>
      </p:sp>
      <p:sp>
        <p:nvSpPr>
          <p:cNvPr id="262" name="Google Shape;262;p20"/>
          <p:cNvSpPr txBox="1">
            <a:spLocks noGrp="1"/>
          </p:cNvSpPr>
          <p:nvPr>
            <p:ph type="subTitle" idx="1"/>
          </p:nvPr>
        </p:nvSpPr>
        <p:spPr>
          <a:xfrm flipH="1">
            <a:off x="4133850" y="3114166"/>
            <a:ext cx="4961766" cy="2386409"/>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a:t>Digitizing Tablet adalah perangkat keras peranti masukan komputer yang membolehkan pemakainya untuk menggambar dengan tangan dan memasukan gambar atau sketsa langsung ke komputer, layaknya menggambar di atas kertas menggunakan pensil</a:t>
            </a:r>
            <a:endParaRPr/>
          </a:p>
        </p:txBody>
      </p:sp>
      <p:pic>
        <p:nvPicPr>
          <p:cNvPr id="263" name="Google Shape;263;p20" descr="Digitizer tablet The WACOM Specifications are listed below [4][5][6]:... |  Download Scientific Diagram"/>
          <p:cNvPicPr preferRelativeResize="0"/>
          <p:nvPr/>
        </p:nvPicPr>
        <p:blipFill rotWithShape="1">
          <a:blip r:embed="rId4">
            <a:alphaModFix/>
          </a:blip>
          <a:srcRect/>
          <a:stretch/>
        </p:blipFill>
        <p:spPr>
          <a:xfrm>
            <a:off x="5429986" y="225173"/>
            <a:ext cx="3160528" cy="20311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1"/>
          <p:cNvSpPr txBox="1">
            <a:spLocks noGrp="1"/>
          </p:cNvSpPr>
          <p:nvPr>
            <p:ph type="title"/>
          </p:nvPr>
        </p:nvSpPr>
        <p:spPr>
          <a:xfrm>
            <a:off x="2321761" y="917118"/>
            <a:ext cx="4922553" cy="630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US"/>
              <a:t>3. PENGAMBIL GAMBAR TERFORMAT</a:t>
            </a:r>
            <a:endParaRPr/>
          </a:p>
        </p:txBody>
      </p:sp>
      <p:sp>
        <p:nvSpPr>
          <p:cNvPr id="269" name="Google Shape;269;p21"/>
          <p:cNvSpPr txBox="1">
            <a:spLocks noGrp="1"/>
          </p:cNvSpPr>
          <p:nvPr>
            <p:ph type="subTitle" idx="1"/>
          </p:nvPr>
        </p:nvSpPr>
        <p:spPr>
          <a:xfrm flipH="1">
            <a:off x="546600" y="1404573"/>
            <a:ext cx="8050800" cy="1880700"/>
          </a:xfrm>
          <a:prstGeom prst="rect">
            <a:avLst/>
          </a:prstGeom>
          <a:noFill/>
          <a:ln>
            <a:noFill/>
          </a:ln>
        </p:spPr>
        <p:txBody>
          <a:bodyPr spcFirstLastPara="1" wrap="square" lIns="91425" tIns="91425" rIns="91425" bIns="91425" anchor="ctr" anchorCtr="0">
            <a:noAutofit/>
          </a:bodyPr>
          <a:lstStyle/>
          <a:p>
            <a:pPr marL="457200" lvl="0" indent="0" algn="just" rtl="0">
              <a:lnSpc>
                <a:spcPct val="92777"/>
              </a:lnSpc>
              <a:spcBef>
                <a:spcPts val="0"/>
              </a:spcBef>
              <a:spcAft>
                <a:spcPts val="1000"/>
              </a:spcAft>
              <a:buSzPts val="1200"/>
              <a:buNone/>
            </a:pPr>
            <a:r>
              <a:rPr lang="en-US" sz="1800" dirty="0" err="1">
                <a:solidFill>
                  <a:srgbClr val="333333"/>
                </a:solidFill>
                <a:latin typeface="Hind Vadodara Light"/>
                <a:ea typeface="Hind Vadodara Light"/>
                <a:cs typeface="Hind Vadodara Light"/>
                <a:sym typeface="Hind Vadodara Light"/>
              </a:rPr>
              <a:t>Pengambilan</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terformat</a:t>
            </a:r>
            <a:r>
              <a:rPr lang="en-US" sz="1800" dirty="0">
                <a:solidFill>
                  <a:srgbClr val="333333"/>
                </a:solidFill>
                <a:latin typeface="Hind Vadodara Light"/>
                <a:ea typeface="Hind Vadodara Light"/>
                <a:cs typeface="Hind Vadodara Light"/>
                <a:sym typeface="Hind Vadodara Light"/>
              </a:rPr>
              <a:t> (</a:t>
            </a:r>
            <a:r>
              <a:rPr lang="en-US" sz="1800" i="1" dirty="0">
                <a:solidFill>
                  <a:srgbClr val="333333"/>
                </a:solidFill>
                <a:latin typeface="Hind Vadodara Light"/>
                <a:ea typeface="Hind Vadodara Light"/>
                <a:cs typeface="Hind Vadodara Light"/>
                <a:sym typeface="Hind Vadodara Light"/>
              </a:rPr>
              <a:t>image </a:t>
            </a:r>
            <a:r>
              <a:rPr lang="en-US" sz="1800" i="1" dirty="0">
                <a:solidFill>
                  <a:srgbClr val="333333"/>
                </a:solidFill>
              </a:rPr>
              <a:t>capturing devices</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adalah</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dimana</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bentuk</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atau</a:t>
            </a:r>
            <a:r>
              <a:rPr lang="en-US" sz="1800" dirty="0">
                <a:solidFill>
                  <a:srgbClr val="333333"/>
                </a:solidFill>
                <a:latin typeface="Hind Vadodara Light"/>
                <a:ea typeface="Hind Vadodara Light"/>
                <a:cs typeface="Hind Vadodara Light"/>
                <a:sym typeface="Hind Vadodara Light"/>
              </a:rPr>
              <a:t> format </a:t>
            </a:r>
            <a:r>
              <a:rPr lang="en-US" sz="1800" dirty="0" err="1">
                <a:solidFill>
                  <a:srgbClr val="333333"/>
                </a:solidFill>
                <a:latin typeface="Hind Vadodara Light"/>
                <a:ea typeface="Hind Vadodara Light"/>
                <a:cs typeface="Hind Vadodara Light"/>
                <a:sym typeface="Hind Vadodara Light"/>
              </a:rPr>
              <a:t>hurufnya</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sudah</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ditentukan</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dalam</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artian</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bukan</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untuk</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memindai</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gambar</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secara</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umum</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sehingga</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membantu</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peranti</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dalam</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menerima</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masukan</a:t>
            </a:r>
            <a:r>
              <a:rPr lang="en-US" sz="1800" dirty="0">
                <a:solidFill>
                  <a:srgbClr val="333333"/>
                </a:solidFill>
                <a:latin typeface="Hind Vadodara Light"/>
                <a:ea typeface="Hind Vadodara Light"/>
                <a:cs typeface="Hind Vadodara Light"/>
                <a:sym typeface="Hind Vadodara Light"/>
              </a:rPr>
              <a:t> dan </a:t>
            </a:r>
            <a:r>
              <a:rPr lang="en-US" sz="1800" dirty="0" err="1">
                <a:solidFill>
                  <a:srgbClr val="333333"/>
                </a:solidFill>
                <a:latin typeface="Hind Vadodara Light"/>
                <a:ea typeface="Hind Vadodara Light"/>
                <a:cs typeface="Hind Vadodara Light"/>
                <a:sym typeface="Hind Vadodara Light"/>
              </a:rPr>
              <a:t>mengubah</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ke</a:t>
            </a:r>
            <a:r>
              <a:rPr lang="en-US" sz="1800" dirty="0">
                <a:solidFill>
                  <a:srgbClr val="333333"/>
                </a:solidFill>
                <a:latin typeface="Hind Vadodara Light"/>
                <a:ea typeface="Hind Vadodara Light"/>
                <a:cs typeface="Hind Vadodara Light"/>
                <a:sym typeface="Hind Vadodara Light"/>
              </a:rPr>
              <a:t> </a:t>
            </a:r>
            <a:r>
              <a:rPr lang="en-US" sz="1800" dirty="0" err="1">
                <a:solidFill>
                  <a:srgbClr val="333333"/>
                </a:solidFill>
                <a:latin typeface="Hind Vadodara Light"/>
                <a:ea typeface="Hind Vadodara Light"/>
                <a:cs typeface="Hind Vadodara Light"/>
                <a:sym typeface="Hind Vadodara Light"/>
              </a:rPr>
              <a:t>bentuk</a:t>
            </a:r>
            <a:r>
              <a:rPr lang="en-US" sz="1800" dirty="0">
                <a:solidFill>
                  <a:srgbClr val="333333"/>
                </a:solidFill>
                <a:latin typeface="Hind Vadodara Light"/>
                <a:ea typeface="Hind Vadodara Light"/>
                <a:cs typeface="Hind Vadodara Light"/>
                <a:sym typeface="Hind Vadodara Light"/>
              </a:rPr>
              <a:t> digital.</a:t>
            </a:r>
            <a:endParaRPr sz="1800" dirty="0">
              <a:latin typeface="Hind Vadodara Light"/>
              <a:ea typeface="Hind Vadodara Light"/>
              <a:cs typeface="Hind Vadodara Light"/>
              <a:sym typeface="Hind Vadodara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3"/>
        <p:cNvGrpSpPr/>
        <p:nvPr/>
      </p:nvGrpSpPr>
      <p:grpSpPr>
        <a:xfrm>
          <a:off x="0" y="0"/>
          <a:ext cx="0" cy="0"/>
          <a:chOff x="0" y="0"/>
          <a:chExt cx="0" cy="0"/>
        </a:xfrm>
      </p:grpSpPr>
      <p:sp>
        <p:nvSpPr>
          <p:cNvPr id="274" name="Google Shape;274;p22"/>
          <p:cNvSpPr txBox="1">
            <a:spLocks noGrp="1"/>
          </p:cNvSpPr>
          <p:nvPr>
            <p:ph type="title" idx="18"/>
          </p:nvPr>
        </p:nvSpPr>
        <p:spPr>
          <a:xfrm>
            <a:off x="2420999" y="283608"/>
            <a:ext cx="5362033" cy="102404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US"/>
              <a:t>CONTOH PENGAMBIL GAMBAR TERFORMAT</a:t>
            </a:r>
            <a:endParaRPr/>
          </a:p>
        </p:txBody>
      </p:sp>
      <p:sp>
        <p:nvSpPr>
          <p:cNvPr id="275" name="Google Shape;275;p22"/>
          <p:cNvSpPr txBox="1">
            <a:spLocks noGrp="1"/>
          </p:cNvSpPr>
          <p:nvPr>
            <p:ph type="ctrTitle"/>
          </p:nvPr>
        </p:nvSpPr>
        <p:spPr>
          <a:xfrm flipH="1">
            <a:off x="738928" y="1666167"/>
            <a:ext cx="2504100" cy="577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BARCODE READER</a:t>
            </a:r>
            <a:endParaRPr/>
          </a:p>
        </p:txBody>
      </p:sp>
      <p:sp>
        <p:nvSpPr>
          <p:cNvPr id="276" name="Google Shape;276;p22"/>
          <p:cNvSpPr txBox="1">
            <a:spLocks noGrp="1"/>
          </p:cNvSpPr>
          <p:nvPr>
            <p:ph type="ctrTitle" idx="3"/>
          </p:nvPr>
        </p:nvSpPr>
        <p:spPr>
          <a:xfrm flipH="1">
            <a:off x="3379651" y="1993020"/>
            <a:ext cx="2384700" cy="5778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sz="2400"/>
              <a:t>MAGNETIK INK CHARACTER RECOGNITION (MICR)</a:t>
            </a:r>
            <a:endParaRPr/>
          </a:p>
        </p:txBody>
      </p:sp>
      <p:sp>
        <p:nvSpPr>
          <p:cNvPr id="277" name="Google Shape;277;p22"/>
          <p:cNvSpPr txBox="1">
            <a:spLocks noGrp="1"/>
          </p:cNvSpPr>
          <p:nvPr>
            <p:ph type="ctrTitle" idx="6"/>
          </p:nvPr>
        </p:nvSpPr>
        <p:spPr>
          <a:xfrm flipH="1">
            <a:off x="5764351" y="1872598"/>
            <a:ext cx="2580760" cy="742738"/>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OPTICAL MARK RECOGNITION (OMR)</a:t>
            </a:r>
            <a:endParaRPr/>
          </a:p>
        </p:txBody>
      </p:sp>
      <p:sp>
        <p:nvSpPr>
          <p:cNvPr id="278" name="Google Shape;278;p22"/>
          <p:cNvSpPr txBox="1">
            <a:spLocks noGrp="1"/>
          </p:cNvSpPr>
          <p:nvPr>
            <p:ph type="ctrTitle" idx="9"/>
          </p:nvPr>
        </p:nvSpPr>
        <p:spPr>
          <a:xfrm flipH="1">
            <a:off x="3379651" y="3135770"/>
            <a:ext cx="2453100" cy="994496"/>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OPTICAL CHARACTER RECOGNITION (OCR)</a:t>
            </a:r>
            <a:endParaRPr/>
          </a:p>
        </p:txBody>
      </p:sp>
      <p:sp>
        <p:nvSpPr>
          <p:cNvPr id="279" name="Google Shape;279;p22"/>
          <p:cNvSpPr txBox="1">
            <a:spLocks noGrp="1"/>
          </p:cNvSpPr>
          <p:nvPr>
            <p:ph type="title" idx="2"/>
          </p:nvPr>
        </p:nvSpPr>
        <p:spPr>
          <a:xfrm>
            <a:off x="1551384" y="1268967"/>
            <a:ext cx="762707" cy="603631"/>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A</a:t>
            </a:r>
            <a:endParaRPr/>
          </a:p>
        </p:txBody>
      </p:sp>
      <p:sp>
        <p:nvSpPr>
          <p:cNvPr id="280" name="Google Shape;280;p22"/>
          <p:cNvSpPr txBox="1">
            <a:spLocks noGrp="1"/>
          </p:cNvSpPr>
          <p:nvPr>
            <p:ph type="title" idx="5"/>
          </p:nvPr>
        </p:nvSpPr>
        <p:spPr>
          <a:xfrm>
            <a:off x="4098299" y="1238612"/>
            <a:ext cx="9474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B</a:t>
            </a:r>
            <a:endParaRPr/>
          </a:p>
        </p:txBody>
      </p:sp>
      <p:sp>
        <p:nvSpPr>
          <p:cNvPr id="281" name="Google Shape;281;p22"/>
          <p:cNvSpPr txBox="1">
            <a:spLocks noGrp="1"/>
          </p:cNvSpPr>
          <p:nvPr>
            <p:ph type="title" idx="14"/>
          </p:nvPr>
        </p:nvSpPr>
        <p:spPr>
          <a:xfrm>
            <a:off x="4036056" y="2810766"/>
            <a:ext cx="9474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D</a:t>
            </a:r>
            <a:endParaRPr/>
          </a:p>
        </p:txBody>
      </p:sp>
      <p:sp>
        <p:nvSpPr>
          <p:cNvPr id="282" name="Google Shape;282;p22"/>
          <p:cNvSpPr txBox="1">
            <a:spLocks noGrp="1"/>
          </p:cNvSpPr>
          <p:nvPr>
            <p:ph type="title" idx="8"/>
          </p:nvPr>
        </p:nvSpPr>
        <p:spPr>
          <a:xfrm>
            <a:off x="6492612" y="1239070"/>
            <a:ext cx="10533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C</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3"/>
          <p:cNvSpPr txBox="1">
            <a:spLocks noGrp="1"/>
          </p:cNvSpPr>
          <p:nvPr>
            <p:ph type="title" idx="2"/>
          </p:nvPr>
        </p:nvSpPr>
        <p:spPr>
          <a:xfrm>
            <a:off x="2630514" y="2175569"/>
            <a:ext cx="10530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A</a:t>
            </a:r>
            <a:endParaRPr/>
          </a:p>
        </p:txBody>
      </p:sp>
      <p:sp>
        <p:nvSpPr>
          <p:cNvPr id="288" name="Google Shape;288;p23"/>
          <p:cNvSpPr txBox="1">
            <a:spLocks noGrp="1"/>
          </p:cNvSpPr>
          <p:nvPr>
            <p:ph type="ctrTitle"/>
          </p:nvPr>
        </p:nvSpPr>
        <p:spPr>
          <a:xfrm>
            <a:off x="4572005" y="2160294"/>
            <a:ext cx="4535700" cy="822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a:t>BARCODE READER</a:t>
            </a:r>
            <a:endParaRPr/>
          </a:p>
        </p:txBody>
      </p:sp>
      <p:sp>
        <p:nvSpPr>
          <p:cNvPr id="289" name="Google Shape;289;p23"/>
          <p:cNvSpPr txBox="1">
            <a:spLocks noGrp="1"/>
          </p:cNvSpPr>
          <p:nvPr>
            <p:ph type="subTitle" idx="1"/>
          </p:nvPr>
        </p:nvSpPr>
        <p:spPr>
          <a:xfrm>
            <a:off x="4146699" y="2861025"/>
            <a:ext cx="5075274" cy="2666938"/>
          </a:xfrm>
          <a:prstGeom prst="rect">
            <a:avLst/>
          </a:prstGeom>
          <a:noFill/>
          <a:ln>
            <a:noFill/>
          </a:ln>
        </p:spPr>
        <p:txBody>
          <a:bodyPr spcFirstLastPara="1" wrap="square" lIns="91425" tIns="91425" rIns="91425" bIns="91425" anchor="t" anchorCtr="0">
            <a:noAutofit/>
          </a:bodyPr>
          <a:lstStyle/>
          <a:p>
            <a:pPr marL="457200" lvl="0" indent="0" algn="just" rtl="0">
              <a:lnSpc>
                <a:spcPct val="119285"/>
              </a:lnSpc>
              <a:spcBef>
                <a:spcPts val="0"/>
              </a:spcBef>
              <a:spcAft>
                <a:spcPts val="1000"/>
              </a:spcAft>
              <a:buSzPts val="1400"/>
              <a:buNone/>
            </a:pPr>
            <a:r>
              <a:rPr lang="en-US" dirty="0" err="1">
                <a:latin typeface="Hind Vadodara Light"/>
                <a:ea typeface="Hind Vadodara Light"/>
                <a:cs typeface="Hind Vadodara Light"/>
                <a:sym typeface="Hind Vadodara Light"/>
              </a:rPr>
              <a:t>Piranti</a:t>
            </a:r>
            <a:r>
              <a:rPr lang="en-US" dirty="0">
                <a:latin typeface="Hind Vadodara Light"/>
                <a:ea typeface="Hind Vadodara Light"/>
                <a:cs typeface="Hind Vadodara Light"/>
                <a:sym typeface="Hind Vadodara Light"/>
              </a:rPr>
              <a:t> yang </a:t>
            </a:r>
            <a:r>
              <a:rPr lang="en-US" dirty="0" err="1">
                <a:latin typeface="Hind Vadodara Light"/>
                <a:ea typeface="Hind Vadodara Light"/>
                <a:cs typeface="Hind Vadodara Light"/>
                <a:sym typeface="Hind Vadodara Light"/>
              </a:rPr>
              <a:t>memindai</a:t>
            </a:r>
            <a:r>
              <a:rPr lang="en-US" dirty="0">
                <a:latin typeface="Hind Vadodara Light"/>
                <a:ea typeface="Hind Vadodara Light"/>
                <a:cs typeface="Hind Vadodara Light"/>
                <a:sym typeface="Hind Vadodara Light"/>
              </a:rPr>
              <a:t> dan </a:t>
            </a:r>
            <a:r>
              <a:rPr lang="en-US" dirty="0" err="1">
                <a:latin typeface="Hind Vadodara Light"/>
                <a:ea typeface="Hind Vadodara Light"/>
                <a:cs typeface="Hind Vadodara Light"/>
                <a:sym typeface="Hind Vadodara Light"/>
              </a:rPr>
              <a:t>membaca</a:t>
            </a:r>
            <a:r>
              <a:rPr lang="en-US" dirty="0">
                <a:latin typeface="Hind Vadodara Light"/>
                <a:ea typeface="Hind Vadodara Light"/>
                <a:cs typeface="Hind Vadodara Light"/>
                <a:sym typeface="Hind Vadodara Light"/>
              </a:rPr>
              <a:t> data </a:t>
            </a:r>
            <a:r>
              <a:rPr lang="en-US" dirty="0" err="1">
                <a:latin typeface="Hind Vadodara Light"/>
                <a:ea typeface="Hind Vadodara Light"/>
                <a:cs typeface="Hind Vadodara Light"/>
                <a:sym typeface="Hind Vadodara Light"/>
              </a:rPr>
              <a:t>pola</a:t>
            </a:r>
            <a:r>
              <a:rPr lang="en-US" dirty="0">
                <a:latin typeface="Hind Vadodara Light"/>
                <a:ea typeface="Hind Vadodara Light"/>
                <a:cs typeface="Hind Vadodara Light"/>
                <a:sym typeface="Hind Vadodara Light"/>
              </a:rPr>
              <a:t> garis </a:t>
            </a:r>
            <a:r>
              <a:rPr lang="en-US" dirty="0" err="1">
                <a:latin typeface="Hind Vadodara Light"/>
                <a:ea typeface="Hind Vadodara Light"/>
                <a:cs typeface="Hind Vadodara Light"/>
                <a:sym typeface="Hind Vadodara Light"/>
              </a:rPr>
              <a:t>hitam-putih</a:t>
            </a:r>
            <a:r>
              <a:rPr lang="en-US" dirty="0">
                <a:latin typeface="Hind Vadodara Light"/>
                <a:ea typeface="Hind Vadodara Light"/>
                <a:cs typeface="Hind Vadodara Light"/>
                <a:sym typeface="Hind Vadodara Light"/>
              </a:rPr>
              <a:t> pada </a:t>
            </a:r>
            <a:r>
              <a:rPr lang="en-US" dirty="0" err="1">
                <a:latin typeface="Hind Vadodara Light"/>
                <a:ea typeface="Hind Vadodara Light"/>
                <a:cs typeface="Hind Vadodara Light"/>
                <a:sym typeface="Hind Vadodara Light"/>
              </a:rPr>
              <a:t>kode</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batang</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untuk</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mengambil</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informasi</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harga</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dll</a:t>
            </a:r>
            <a:endParaRPr dirty="0">
              <a:latin typeface="Hind Vadodara Light"/>
              <a:ea typeface="Hind Vadodara Light"/>
              <a:cs typeface="Hind Vadodara Light"/>
              <a:sym typeface="Hind Vadodara Light"/>
            </a:endParaRPr>
          </a:p>
        </p:txBody>
      </p:sp>
      <p:sp>
        <p:nvSpPr>
          <p:cNvPr id="290" name="Google Shape;290;p23" descr="Barecode reader"/>
          <p:cNvSpPr/>
          <p:nvPr/>
        </p:nvSpPr>
        <p:spPr>
          <a:xfrm>
            <a:off x="4419600" y="241935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91" name="Google Shape;291;p23"/>
          <p:cNvPicPr preferRelativeResize="0"/>
          <p:nvPr/>
        </p:nvPicPr>
        <p:blipFill rotWithShape="1">
          <a:blip r:embed="rId3">
            <a:alphaModFix/>
          </a:blip>
          <a:srcRect/>
          <a:stretch/>
        </p:blipFill>
        <p:spPr>
          <a:xfrm>
            <a:off x="5460488" y="230415"/>
            <a:ext cx="2693138" cy="18519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5"/>
        <p:cNvGrpSpPr/>
        <p:nvPr/>
      </p:nvGrpSpPr>
      <p:grpSpPr>
        <a:xfrm>
          <a:off x="0" y="0"/>
          <a:ext cx="0" cy="0"/>
          <a:chOff x="0" y="0"/>
          <a:chExt cx="0" cy="0"/>
        </a:xfrm>
      </p:grpSpPr>
      <p:sp>
        <p:nvSpPr>
          <p:cNvPr id="296" name="Google Shape;296;p24"/>
          <p:cNvSpPr txBox="1">
            <a:spLocks noGrp="1"/>
          </p:cNvSpPr>
          <p:nvPr>
            <p:ph type="ctrTitle"/>
          </p:nvPr>
        </p:nvSpPr>
        <p:spPr>
          <a:xfrm flipH="1">
            <a:off x="302697" y="2011338"/>
            <a:ext cx="4182900" cy="1275906"/>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US" sz="3600"/>
              <a:t>MAGNETIK INK CHARACTER RECOGNITION (MICR)</a:t>
            </a:r>
            <a:endParaRPr sz="3600"/>
          </a:p>
        </p:txBody>
      </p:sp>
      <p:sp>
        <p:nvSpPr>
          <p:cNvPr id="297" name="Google Shape;297;p24"/>
          <p:cNvSpPr txBox="1">
            <a:spLocks noGrp="1"/>
          </p:cNvSpPr>
          <p:nvPr>
            <p:ph type="subTitle" idx="1"/>
          </p:nvPr>
        </p:nvSpPr>
        <p:spPr>
          <a:xfrm flipH="1">
            <a:off x="-391584" y="3014852"/>
            <a:ext cx="5404783" cy="3492772"/>
          </a:xfrm>
          <a:prstGeom prst="rect">
            <a:avLst/>
          </a:prstGeom>
          <a:noFill/>
          <a:ln>
            <a:noFill/>
          </a:ln>
        </p:spPr>
        <p:txBody>
          <a:bodyPr spcFirstLastPara="1" wrap="square" lIns="91425" tIns="91425" rIns="91425" bIns="91425" anchor="t" anchorCtr="0">
            <a:noAutofit/>
          </a:bodyPr>
          <a:lstStyle/>
          <a:p>
            <a:pPr marL="457200" lvl="0" indent="457200" algn="just" rtl="0">
              <a:lnSpc>
                <a:spcPct val="119285"/>
              </a:lnSpc>
              <a:spcBef>
                <a:spcPts val="0"/>
              </a:spcBef>
              <a:spcAft>
                <a:spcPts val="1000"/>
              </a:spcAft>
              <a:buSzPts val="1400"/>
              <a:buNone/>
            </a:pPr>
            <a:r>
              <a:rPr lang="en-US" dirty="0" err="1">
                <a:solidFill>
                  <a:srgbClr val="333333"/>
                </a:solidFill>
                <a:latin typeface="Hind Vadodara Light"/>
                <a:ea typeface="Hind Vadodara Light"/>
                <a:cs typeface="Hind Vadodara Light"/>
                <a:sym typeface="Hind Vadodara Light"/>
              </a:rPr>
              <a:t>Digunakan</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untuk</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perbankan</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untuk</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membaca</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karakter</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khusus</a:t>
            </a:r>
            <a:r>
              <a:rPr lang="en-US" dirty="0">
                <a:solidFill>
                  <a:srgbClr val="333333"/>
                </a:solidFill>
                <a:latin typeface="Hind Vadodara Light"/>
                <a:ea typeface="Hind Vadodara Light"/>
                <a:cs typeface="Hind Vadodara Light"/>
                <a:sym typeface="Hind Vadodara Light"/>
              </a:rPr>
              <a:t> yang di </a:t>
            </a:r>
            <a:r>
              <a:rPr lang="en-US" dirty="0" err="1">
                <a:solidFill>
                  <a:srgbClr val="333333"/>
                </a:solidFill>
                <a:latin typeface="Hind Vadodara Light"/>
                <a:ea typeface="Hind Vadodara Light"/>
                <a:cs typeface="Hind Vadodara Light"/>
                <a:sym typeface="Hind Vadodara Light"/>
              </a:rPr>
              <a:t>cetak</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menggunakan</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tinta</a:t>
            </a:r>
            <a:r>
              <a:rPr lang="en-US" dirty="0">
                <a:solidFill>
                  <a:srgbClr val="333333"/>
                </a:solidFill>
                <a:latin typeface="Hind Vadodara Light"/>
                <a:ea typeface="Hind Vadodara Light"/>
                <a:cs typeface="Hind Vadodara Light"/>
                <a:sym typeface="Hind Vadodara Light"/>
              </a:rPr>
              <a:t> magnetic pada </a:t>
            </a:r>
            <a:r>
              <a:rPr lang="en-US" dirty="0" err="1">
                <a:solidFill>
                  <a:srgbClr val="333333"/>
                </a:solidFill>
                <a:latin typeface="Hind Vadodara Light"/>
                <a:ea typeface="Hind Vadodara Light"/>
                <a:cs typeface="Hind Vadodara Light"/>
                <a:sym typeface="Hind Vadodara Light"/>
              </a:rPr>
              <a:t>cek</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atau</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bilyet</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giro</a:t>
            </a:r>
            <a:endParaRPr dirty="0">
              <a:latin typeface="Hind Vadodara Light"/>
              <a:ea typeface="Hind Vadodara Light"/>
              <a:cs typeface="Hind Vadodara Light"/>
              <a:sym typeface="Hind Vadodara Light"/>
            </a:endParaRPr>
          </a:p>
        </p:txBody>
      </p:sp>
      <p:sp>
        <p:nvSpPr>
          <p:cNvPr id="298" name="Google Shape;298;p24"/>
          <p:cNvSpPr txBox="1">
            <a:spLocks noGrp="1"/>
          </p:cNvSpPr>
          <p:nvPr>
            <p:ph type="title" idx="2"/>
          </p:nvPr>
        </p:nvSpPr>
        <p:spPr>
          <a:xfrm flipH="1">
            <a:off x="4894878" y="2571750"/>
            <a:ext cx="13119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B</a:t>
            </a:r>
            <a:endParaRPr/>
          </a:p>
        </p:txBody>
      </p:sp>
      <p:pic>
        <p:nvPicPr>
          <p:cNvPr id="299" name="Google Shape;299;p24"/>
          <p:cNvPicPr preferRelativeResize="0"/>
          <p:nvPr/>
        </p:nvPicPr>
        <p:blipFill rotWithShape="1">
          <a:blip r:embed="rId4">
            <a:alphaModFix/>
          </a:blip>
          <a:srcRect/>
          <a:stretch/>
        </p:blipFill>
        <p:spPr>
          <a:xfrm>
            <a:off x="981842" y="354262"/>
            <a:ext cx="2307163" cy="16570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3"/>
        <p:cNvGrpSpPr/>
        <p:nvPr/>
      </p:nvGrpSpPr>
      <p:grpSpPr>
        <a:xfrm>
          <a:off x="0" y="0"/>
          <a:ext cx="0" cy="0"/>
          <a:chOff x="0" y="0"/>
          <a:chExt cx="0" cy="0"/>
        </a:xfrm>
      </p:grpSpPr>
      <p:sp>
        <p:nvSpPr>
          <p:cNvPr id="304" name="Google Shape;304;p25"/>
          <p:cNvSpPr txBox="1">
            <a:spLocks noGrp="1"/>
          </p:cNvSpPr>
          <p:nvPr>
            <p:ph type="ctrTitle"/>
          </p:nvPr>
        </p:nvSpPr>
        <p:spPr>
          <a:xfrm>
            <a:off x="-161119" y="1917592"/>
            <a:ext cx="4377600" cy="683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sz="3200"/>
              <a:t>OPTICAL MARK RECOGNITION (OMR)</a:t>
            </a:r>
            <a:endParaRPr/>
          </a:p>
        </p:txBody>
      </p:sp>
      <p:sp>
        <p:nvSpPr>
          <p:cNvPr id="305" name="Google Shape;305;p25"/>
          <p:cNvSpPr txBox="1">
            <a:spLocks noGrp="1"/>
          </p:cNvSpPr>
          <p:nvPr>
            <p:ph type="subTitle" idx="1"/>
          </p:nvPr>
        </p:nvSpPr>
        <p:spPr>
          <a:xfrm>
            <a:off x="61208" y="2601197"/>
            <a:ext cx="4248522" cy="2033969"/>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SzPts val="1400"/>
              <a:buNone/>
            </a:pPr>
            <a:r>
              <a:rPr lang="en-US" dirty="0" err="1">
                <a:latin typeface="Hind Vadodara Light"/>
                <a:ea typeface="Hind Vadodara Light"/>
                <a:cs typeface="Hind Vadodara Light"/>
                <a:sym typeface="Hind Vadodara Light"/>
              </a:rPr>
              <a:t>Piranti</a:t>
            </a:r>
            <a:r>
              <a:rPr lang="en-US" dirty="0">
                <a:latin typeface="Hind Vadodara Light"/>
                <a:ea typeface="Hind Vadodara Light"/>
                <a:cs typeface="Hind Vadodara Light"/>
                <a:sym typeface="Hind Vadodara Light"/>
              </a:rPr>
              <a:t> yang </a:t>
            </a:r>
            <a:r>
              <a:rPr lang="en-US" dirty="0" err="1">
                <a:latin typeface="Hind Vadodara Light"/>
                <a:ea typeface="Hind Vadodara Light"/>
                <a:cs typeface="Hind Vadodara Light"/>
                <a:sym typeface="Hind Vadodara Light"/>
              </a:rPr>
              <a:t>dapat</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membaca</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menginterpretasikan</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tanda</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atau</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makna</a:t>
            </a:r>
            <a:r>
              <a:rPr lang="en-US" dirty="0">
                <a:latin typeface="Hind Vadodara Light"/>
                <a:ea typeface="Hind Vadodara Light"/>
                <a:cs typeface="Hind Vadodara Light"/>
                <a:sym typeface="Hind Vadodara Light"/>
              </a:rPr>
              <a:t> pada </a:t>
            </a:r>
            <a:r>
              <a:rPr lang="en-US" dirty="0" err="1">
                <a:latin typeface="Hind Vadodara Light"/>
                <a:ea typeface="Hind Vadodara Light"/>
                <a:cs typeface="Hind Vadodara Light"/>
                <a:sym typeface="Hind Vadodara Light"/>
              </a:rPr>
              <a:t>formulir</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seperti</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lembar</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jawaban</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ujian</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untuk</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menilai</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isian</a:t>
            </a:r>
            <a:r>
              <a:rPr lang="en-US" dirty="0">
                <a:latin typeface="Hind Vadodara Light"/>
                <a:ea typeface="Hind Vadodara Light"/>
                <a:cs typeface="Hind Vadodara Light"/>
                <a:sym typeface="Hind Vadodara Light"/>
              </a:rPr>
              <a:t> yang </a:t>
            </a:r>
            <a:r>
              <a:rPr lang="en-US" dirty="0" err="1">
                <a:latin typeface="Hind Vadodara Light"/>
                <a:ea typeface="Hind Vadodara Light"/>
                <a:cs typeface="Hind Vadodara Light"/>
                <a:sym typeface="Hind Vadodara Light"/>
              </a:rPr>
              <a:t>telah</a:t>
            </a:r>
            <a:r>
              <a:rPr lang="en-US" dirty="0">
                <a:latin typeface="Hind Vadodara Light"/>
                <a:ea typeface="Hind Vadodara Light"/>
                <a:cs typeface="Hind Vadodara Light"/>
                <a:sym typeface="Hind Vadodara Light"/>
              </a:rPr>
              <a:t> </a:t>
            </a:r>
            <a:r>
              <a:rPr lang="en-US" dirty="0" err="1">
                <a:latin typeface="Hind Vadodara Light"/>
                <a:ea typeface="Hind Vadodara Light"/>
                <a:cs typeface="Hind Vadodara Light"/>
                <a:sym typeface="Hind Vadodara Light"/>
              </a:rPr>
              <a:t>ditandai</a:t>
            </a:r>
            <a:endParaRPr dirty="0">
              <a:latin typeface="Hind Vadodara Light"/>
              <a:ea typeface="Hind Vadodara Light"/>
              <a:cs typeface="Hind Vadodara Light"/>
              <a:sym typeface="Hind Vadodara Light"/>
            </a:endParaRPr>
          </a:p>
        </p:txBody>
      </p:sp>
      <p:sp>
        <p:nvSpPr>
          <p:cNvPr id="306" name="Google Shape;306;p25"/>
          <p:cNvSpPr txBox="1">
            <a:spLocks noGrp="1"/>
          </p:cNvSpPr>
          <p:nvPr>
            <p:ph type="title" idx="2"/>
          </p:nvPr>
        </p:nvSpPr>
        <p:spPr>
          <a:xfrm>
            <a:off x="4117297" y="3040382"/>
            <a:ext cx="22407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C</a:t>
            </a:r>
            <a:endParaRPr/>
          </a:p>
        </p:txBody>
      </p:sp>
      <p:pic>
        <p:nvPicPr>
          <p:cNvPr id="307" name="Google Shape;307;p25"/>
          <p:cNvPicPr preferRelativeResize="0"/>
          <p:nvPr/>
        </p:nvPicPr>
        <p:blipFill rotWithShape="1">
          <a:blip r:embed="rId4">
            <a:alphaModFix/>
          </a:blip>
          <a:srcRect/>
          <a:stretch/>
        </p:blipFill>
        <p:spPr>
          <a:xfrm>
            <a:off x="257275" y="129032"/>
            <a:ext cx="3143915" cy="164626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1"/>
        <p:cNvGrpSpPr/>
        <p:nvPr/>
      </p:nvGrpSpPr>
      <p:grpSpPr>
        <a:xfrm>
          <a:off x="0" y="0"/>
          <a:ext cx="0" cy="0"/>
          <a:chOff x="0" y="0"/>
          <a:chExt cx="0" cy="0"/>
        </a:xfrm>
      </p:grpSpPr>
      <p:sp>
        <p:nvSpPr>
          <p:cNvPr id="312" name="Google Shape;312;p26"/>
          <p:cNvSpPr txBox="1">
            <a:spLocks noGrp="1"/>
          </p:cNvSpPr>
          <p:nvPr>
            <p:ph type="ctrTitle"/>
          </p:nvPr>
        </p:nvSpPr>
        <p:spPr>
          <a:xfrm flipH="1">
            <a:off x="4133842" y="1737841"/>
            <a:ext cx="4740900" cy="663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US" sz="3200"/>
              <a:t>OPTICAL CHARACTER RECOGNITION (OCR)</a:t>
            </a:r>
            <a:endParaRPr/>
          </a:p>
        </p:txBody>
      </p:sp>
      <p:sp>
        <p:nvSpPr>
          <p:cNvPr id="313" name="Google Shape;313;p26"/>
          <p:cNvSpPr txBox="1">
            <a:spLocks noGrp="1"/>
          </p:cNvSpPr>
          <p:nvPr>
            <p:ph type="title" idx="2"/>
          </p:nvPr>
        </p:nvSpPr>
        <p:spPr>
          <a:xfrm flipH="1">
            <a:off x="2133750" y="2176185"/>
            <a:ext cx="2000100" cy="577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500"/>
              <a:buNone/>
            </a:pPr>
            <a:r>
              <a:rPr lang="en-US"/>
              <a:t>D</a:t>
            </a:r>
            <a:endParaRPr/>
          </a:p>
        </p:txBody>
      </p:sp>
      <p:sp>
        <p:nvSpPr>
          <p:cNvPr id="314" name="Google Shape;314;p26"/>
          <p:cNvSpPr txBox="1">
            <a:spLocks noGrp="1"/>
          </p:cNvSpPr>
          <p:nvPr>
            <p:ph type="subTitle" idx="1"/>
          </p:nvPr>
        </p:nvSpPr>
        <p:spPr>
          <a:xfrm flipH="1">
            <a:off x="3670875" y="2264000"/>
            <a:ext cx="5348700" cy="2813700"/>
          </a:xfrm>
          <a:prstGeom prst="rect">
            <a:avLst/>
          </a:prstGeom>
          <a:noFill/>
          <a:ln>
            <a:noFill/>
          </a:ln>
        </p:spPr>
        <p:txBody>
          <a:bodyPr spcFirstLastPara="1" wrap="square" lIns="91425" tIns="91425" rIns="91425" bIns="91425" anchor="t" anchorCtr="0">
            <a:noAutofit/>
          </a:bodyPr>
          <a:lstStyle/>
          <a:p>
            <a:pPr marL="457200" lvl="0" indent="0" algn="just" rtl="0">
              <a:lnSpc>
                <a:spcPct val="119285"/>
              </a:lnSpc>
              <a:spcBef>
                <a:spcPts val="0"/>
              </a:spcBef>
              <a:spcAft>
                <a:spcPts val="1000"/>
              </a:spcAft>
              <a:buSzPts val="1400"/>
              <a:buNone/>
            </a:pPr>
            <a:r>
              <a:rPr lang="en-US" dirty="0">
                <a:solidFill>
                  <a:srgbClr val="333333"/>
                </a:solidFill>
                <a:latin typeface="Hind Vadodara Light"/>
                <a:ea typeface="Hind Vadodara Light"/>
                <a:cs typeface="Hind Vadodara Light"/>
                <a:sym typeface="Hind Vadodara Light"/>
              </a:rPr>
              <a:t>Adalah </a:t>
            </a:r>
            <a:r>
              <a:rPr lang="en-US" dirty="0" err="1">
                <a:solidFill>
                  <a:srgbClr val="333333"/>
                </a:solidFill>
                <a:latin typeface="Hind Vadodara Light"/>
                <a:ea typeface="Hind Vadodara Light"/>
                <a:cs typeface="Hind Vadodara Light"/>
                <a:sym typeface="Hind Vadodara Light"/>
              </a:rPr>
              <a:t>peranti</a:t>
            </a:r>
            <a:r>
              <a:rPr lang="en-US" dirty="0">
                <a:solidFill>
                  <a:srgbClr val="333333"/>
                </a:solidFill>
                <a:latin typeface="Hind Vadodara Light"/>
                <a:ea typeface="Hind Vadodara Light"/>
                <a:cs typeface="Hind Vadodara Light"/>
                <a:sym typeface="Hind Vadodara Light"/>
              </a:rPr>
              <a:t> yang yang </a:t>
            </a:r>
            <a:r>
              <a:rPr lang="en-US" dirty="0" err="1">
                <a:solidFill>
                  <a:srgbClr val="333333"/>
                </a:solidFill>
                <a:latin typeface="Hind Vadodara Light"/>
                <a:ea typeface="Hind Vadodara Light"/>
                <a:cs typeface="Hind Vadodara Light"/>
                <a:sym typeface="Hind Vadodara Light"/>
              </a:rPr>
              <a:t>mengubah</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dokumen</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atau</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gambar</a:t>
            </a:r>
            <a:r>
              <a:rPr lang="en-US" dirty="0">
                <a:solidFill>
                  <a:srgbClr val="333333"/>
                </a:solidFill>
                <a:latin typeface="Hind Vadodara Light"/>
                <a:ea typeface="Hind Vadodara Light"/>
                <a:cs typeface="Hind Vadodara Light"/>
                <a:sym typeface="Hind Vadodara Light"/>
              </a:rPr>
              <a:t> yang </a:t>
            </a:r>
            <a:r>
              <a:rPr lang="en-US" dirty="0" err="1">
                <a:solidFill>
                  <a:srgbClr val="333333"/>
                </a:solidFill>
                <a:latin typeface="Hind Vadodara Light"/>
                <a:ea typeface="Hind Vadodara Light"/>
                <a:cs typeface="Hind Vadodara Light"/>
                <a:sym typeface="Hind Vadodara Light"/>
              </a:rPr>
              <a:t>berisi</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teks</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menjadi</a:t>
            </a:r>
            <a:r>
              <a:rPr lang="en-US" dirty="0">
                <a:solidFill>
                  <a:srgbClr val="333333"/>
                </a:solidFill>
                <a:latin typeface="Hind Vadodara Light"/>
                <a:ea typeface="Hind Vadodara Light"/>
                <a:cs typeface="Hind Vadodara Light"/>
                <a:sym typeface="Hind Vadodara Light"/>
              </a:rPr>
              <a:t> data </a:t>
            </a:r>
            <a:r>
              <a:rPr lang="en-US" dirty="0" err="1">
                <a:solidFill>
                  <a:srgbClr val="333333"/>
                </a:solidFill>
                <a:latin typeface="Hind Vadodara Light"/>
                <a:ea typeface="Hind Vadodara Light"/>
                <a:cs typeface="Hind Vadodara Light"/>
                <a:sym typeface="Hind Vadodara Light"/>
              </a:rPr>
              <a:t>teks</a:t>
            </a:r>
            <a:r>
              <a:rPr lang="en-US" dirty="0">
                <a:solidFill>
                  <a:srgbClr val="333333"/>
                </a:solidFill>
                <a:latin typeface="Hind Vadodara Light"/>
                <a:ea typeface="Hind Vadodara Light"/>
                <a:cs typeface="Hind Vadodara Light"/>
                <a:sym typeface="Hind Vadodara Light"/>
              </a:rPr>
              <a:t> yang </a:t>
            </a:r>
            <a:r>
              <a:rPr lang="en-US" dirty="0" err="1">
                <a:solidFill>
                  <a:srgbClr val="333333"/>
                </a:solidFill>
                <a:latin typeface="Hind Vadodara Light"/>
                <a:ea typeface="Hind Vadodara Light"/>
                <a:cs typeface="Hind Vadodara Light"/>
                <a:sym typeface="Hind Vadodara Light"/>
              </a:rPr>
              <a:t>dapat</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dibaca</a:t>
            </a:r>
            <a:r>
              <a:rPr lang="en-US" dirty="0">
                <a:solidFill>
                  <a:srgbClr val="333333"/>
                </a:solidFill>
                <a:latin typeface="Hind Vadodara Light"/>
                <a:ea typeface="Hind Vadodara Light"/>
                <a:cs typeface="Hind Vadodara Light"/>
                <a:sym typeface="Hind Vadodara Light"/>
              </a:rPr>
              <a:t> dan di edit oleh </a:t>
            </a:r>
            <a:r>
              <a:rPr lang="en-US" dirty="0" err="1">
                <a:solidFill>
                  <a:srgbClr val="333333"/>
                </a:solidFill>
                <a:latin typeface="Hind Vadodara Light"/>
                <a:ea typeface="Hind Vadodara Light"/>
                <a:cs typeface="Hind Vadodara Light"/>
                <a:sym typeface="Hind Vadodara Light"/>
              </a:rPr>
              <a:t>mesin</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Teknologi</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ini</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mengenali</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karakter</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dalam</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gambar</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seperti</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dokumen</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yg</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dipindai</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atau</a:t>
            </a:r>
            <a:r>
              <a:rPr lang="en-US" dirty="0">
                <a:solidFill>
                  <a:srgbClr val="333333"/>
                </a:solidFill>
                <a:latin typeface="Hind Vadodara Light"/>
                <a:ea typeface="Hind Vadodara Light"/>
                <a:cs typeface="Hind Vadodara Light"/>
                <a:sym typeface="Hind Vadodara Light"/>
              </a:rPr>
              <a:t> </a:t>
            </a:r>
            <a:r>
              <a:rPr lang="en-US" dirty="0" err="1">
                <a:solidFill>
                  <a:srgbClr val="333333"/>
                </a:solidFill>
                <a:latin typeface="Hind Vadodara Light"/>
                <a:ea typeface="Hind Vadodara Light"/>
                <a:cs typeface="Hind Vadodara Light"/>
                <a:sym typeface="Hind Vadodara Light"/>
              </a:rPr>
              <a:t>foto</a:t>
            </a:r>
            <a:r>
              <a:rPr lang="en-US" dirty="0">
                <a:solidFill>
                  <a:srgbClr val="333333"/>
                </a:solidFill>
              </a:rPr>
              <a:t>, </a:t>
            </a:r>
            <a:r>
              <a:rPr lang="en-US" dirty="0" err="1">
                <a:solidFill>
                  <a:srgbClr val="333333"/>
                </a:solidFill>
              </a:rPr>
              <a:t>lalu</a:t>
            </a:r>
            <a:r>
              <a:rPr lang="en-US" dirty="0">
                <a:solidFill>
                  <a:srgbClr val="333333"/>
                </a:solidFill>
              </a:rPr>
              <a:t> </a:t>
            </a:r>
            <a:r>
              <a:rPr lang="en-US" dirty="0" err="1">
                <a:solidFill>
                  <a:srgbClr val="333333"/>
                </a:solidFill>
              </a:rPr>
              <a:t>mengkorvesinya</a:t>
            </a:r>
            <a:r>
              <a:rPr lang="en-US" dirty="0">
                <a:solidFill>
                  <a:srgbClr val="333333"/>
                </a:solidFill>
              </a:rPr>
              <a:t> </a:t>
            </a:r>
            <a:r>
              <a:rPr lang="en-US" dirty="0" err="1">
                <a:solidFill>
                  <a:srgbClr val="333333"/>
                </a:solidFill>
              </a:rPr>
              <a:t>menjadi</a:t>
            </a:r>
            <a:r>
              <a:rPr lang="en-US" dirty="0">
                <a:solidFill>
                  <a:srgbClr val="333333"/>
                </a:solidFill>
              </a:rPr>
              <a:t> </a:t>
            </a:r>
            <a:r>
              <a:rPr lang="en-US" dirty="0" err="1">
                <a:solidFill>
                  <a:srgbClr val="333333"/>
                </a:solidFill>
              </a:rPr>
              <a:t>teks</a:t>
            </a:r>
            <a:r>
              <a:rPr lang="en-US" dirty="0">
                <a:solidFill>
                  <a:srgbClr val="333333"/>
                </a:solidFill>
              </a:rPr>
              <a:t> yang </a:t>
            </a:r>
            <a:r>
              <a:rPr lang="en-US" dirty="0" err="1">
                <a:solidFill>
                  <a:srgbClr val="333333"/>
                </a:solidFill>
              </a:rPr>
              <a:t>dapat</a:t>
            </a:r>
            <a:r>
              <a:rPr lang="en-US" dirty="0">
                <a:solidFill>
                  <a:srgbClr val="333333"/>
                </a:solidFill>
              </a:rPr>
              <a:t> </a:t>
            </a:r>
            <a:r>
              <a:rPr lang="en-US" dirty="0" err="1">
                <a:solidFill>
                  <a:srgbClr val="333333"/>
                </a:solidFill>
              </a:rPr>
              <a:t>dicari</a:t>
            </a:r>
            <a:r>
              <a:rPr lang="en-US" dirty="0">
                <a:solidFill>
                  <a:srgbClr val="333333"/>
                </a:solidFill>
              </a:rPr>
              <a:t> </a:t>
            </a:r>
            <a:r>
              <a:rPr lang="en-US" dirty="0" err="1">
                <a:solidFill>
                  <a:srgbClr val="333333"/>
                </a:solidFill>
              </a:rPr>
              <a:t>atau</a:t>
            </a:r>
            <a:r>
              <a:rPr lang="en-US" dirty="0">
                <a:solidFill>
                  <a:srgbClr val="333333"/>
                </a:solidFill>
              </a:rPr>
              <a:t> d </a:t>
            </a:r>
            <a:r>
              <a:rPr lang="en-US" dirty="0" err="1">
                <a:solidFill>
                  <a:srgbClr val="333333"/>
                </a:solidFill>
              </a:rPr>
              <a:t>sunting</a:t>
            </a:r>
            <a:r>
              <a:rPr lang="en-US" dirty="0">
                <a:solidFill>
                  <a:srgbClr val="333333"/>
                </a:solidFill>
              </a:rPr>
              <a:t> di </a:t>
            </a:r>
            <a:r>
              <a:rPr lang="en-US" dirty="0" err="1">
                <a:solidFill>
                  <a:srgbClr val="333333"/>
                </a:solidFill>
              </a:rPr>
              <a:t>komputer</a:t>
            </a:r>
            <a:r>
              <a:rPr lang="en-US" dirty="0">
                <a:solidFill>
                  <a:srgbClr val="333333"/>
                </a:solidFill>
                <a:latin typeface="Hind Vadodara Light"/>
                <a:ea typeface="Hind Vadodara Light"/>
                <a:cs typeface="Hind Vadodara Light"/>
                <a:sym typeface="Hind Vadodara Light"/>
              </a:rPr>
              <a:t>.</a:t>
            </a:r>
            <a:endParaRPr dirty="0">
              <a:latin typeface="Hind Vadodara Light"/>
              <a:ea typeface="Hind Vadodara Light"/>
              <a:cs typeface="Hind Vadodara Light"/>
              <a:sym typeface="Hind Vadodara Light"/>
            </a:endParaRPr>
          </a:p>
        </p:txBody>
      </p:sp>
      <p:pic>
        <p:nvPicPr>
          <p:cNvPr id="315" name="Google Shape;315;p26"/>
          <p:cNvPicPr preferRelativeResize="0"/>
          <p:nvPr/>
        </p:nvPicPr>
        <p:blipFill rotWithShape="1">
          <a:blip r:embed="rId4">
            <a:alphaModFix/>
          </a:blip>
          <a:srcRect/>
          <a:stretch/>
        </p:blipFill>
        <p:spPr>
          <a:xfrm>
            <a:off x="5205500" y="87925"/>
            <a:ext cx="2964925" cy="1538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9"/>
        <p:cNvGrpSpPr/>
        <p:nvPr/>
      </p:nvGrpSpPr>
      <p:grpSpPr>
        <a:xfrm>
          <a:off x="0" y="0"/>
          <a:ext cx="0" cy="0"/>
          <a:chOff x="0" y="0"/>
          <a:chExt cx="0" cy="0"/>
        </a:xfrm>
      </p:grpSpPr>
      <p:sp>
        <p:nvSpPr>
          <p:cNvPr id="320" name="Google Shape;320;p27"/>
          <p:cNvSpPr txBox="1">
            <a:spLocks noGrp="1"/>
          </p:cNvSpPr>
          <p:nvPr>
            <p:ph type="title"/>
          </p:nvPr>
        </p:nvSpPr>
        <p:spPr>
          <a:xfrm>
            <a:off x="2208600" y="1914900"/>
            <a:ext cx="4726800" cy="1313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US"/>
              <a:t>TERIMA KASIH</a:t>
            </a:r>
            <a:endParaRPr/>
          </a:p>
        </p:txBody>
      </p:sp>
    </p:spTree>
  </p:cSld>
  <p:clrMapOvr>
    <a:masterClrMapping/>
  </p:clrMapOvr>
</p:sld>
</file>

<file path=ppt/theme/theme1.xml><?xml version="1.0" encoding="utf-8"?>
<a:theme xmlns:a="http://schemas.openxmlformats.org/drawingml/2006/main" name="Science Fair Newsletter by Slidesgo">
  <a:themeElements>
    <a:clrScheme name="Simple Light">
      <a:dk1>
        <a:srgbClr val="383536"/>
      </a:dk1>
      <a:lt1>
        <a:srgbClr val="FFFFFF"/>
      </a:lt1>
      <a:dk2>
        <a:srgbClr val="595959"/>
      </a:dk2>
      <a:lt2>
        <a:srgbClr val="E6F0EF"/>
      </a:lt2>
      <a:accent1>
        <a:srgbClr val="D49421"/>
      </a:accent1>
      <a:accent2>
        <a:srgbClr val="C3CCA2"/>
      </a:accent2>
      <a:accent3>
        <a:srgbClr val="88AFA6"/>
      </a:accent3>
      <a:accent4>
        <a:srgbClr val="627E8D"/>
      </a:accent4>
      <a:accent5>
        <a:srgbClr val="BDBCBD"/>
      </a:accent5>
      <a:accent6>
        <a:srgbClr val="6E4D11"/>
      </a:accent6>
      <a:hlink>
        <a:srgbClr val="38353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TotalTime>
  <Words>1023</Words>
  <Application>Microsoft Macintosh PowerPoint</Application>
  <PresentationFormat>On-screen Show (16:9)</PresentationFormat>
  <Paragraphs>108</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Fira Sans Extra Condensed Medium</vt:lpstr>
      <vt:lpstr>Teko Light</vt:lpstr>
      <vt:lpstr>Overlock</vt:lpstr>
      <vt:lpstr>Roboto Condensed Light</vt:lpstr>
      <vt:lpstr>Times New Roman</vt:lpstr>
      <vt:lpstr>Hind Vadodara Light</vt:lpstr>
      <vt:lpstr>Raleway</vt:lpstr>
      <vt:lpstr>Science Fair Newsletter by Slidesgo</vt:lpstr>
      <vt:lpstr>MATERI DASAR PERANTI MASUKAN (INPUT DEVICE)</vt:lpstr>
      <vt:lpstr>SUB POKOK BAHASAN</vt:lpstr>
      <vt:lpstr>DEFINISI PERANTI MASUKAN</vt:lpstr>
      <vt:lpstr>A. JENIS PERANTI MASUKAN</vt:lpstr>
      <vt:lpstr>A</vt:lpstr>
      <vt:lpstr>KEYBOARD</vt:lpstr>
      <vt:lpstr>ATM ( AUTOMATED TELLER MACHINE ) </vt:lpstr>
      <vt:lpstr>POS ( POINT OF SALE )</vt:lpstr>
      <vt:lpstr>2. PERANTI PETUNJUK</vt:lpstr>
      <vt:lpstr>PERANTI PETUNJUK</vt:lpstr>
      <vt:lpstr>A</vt:lpstr>
      <vt:lpstr>TRACKBALL</vt:lpstr>
      <vt:lpstr>POINTING STICK</vt:lpstr>
      <vt:lpstr>TOUCHPED</vt:lpstr>
      <vt:lpstr>TOUCH SCREEN</vt:lpstr>
      <vt:lpstr>F</vt:lpstr>
      <vt:lpstr>PENA </vt:lpstr>
      <vt:lpstr>DIGITIZING TABLET</vt:lpstr>
      <vt:lpstr>3. PENGAMBIL GAMBAR TERFORMAT</vt:lpstr>
      <vt:lpstr>CONTOH PENGAMBIL GAMBAR TERFORMAT</vt:lpstr>
      <vt:lpstr>A</vt:lpstr>
      <vt:lpstr>MAGNETIK INK CHARACTER RECOGNITION (MICR)</vt:lpstr>
      <vt:lpstr>OPTICAL MARK RECOGNITION (OMR)</vt:lpstr>
      <vt:lpstr>OPTICAL CHARACTER RECOGNITION (OCR)</vt:lpstr>
      <vt:lpstr>TERIMA 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SYAHRIL AKBAR</dc:creator>
  <cp:lastModifiedBy>Titin Wahyuni</cp:lastModifiedBy>
  <cp:revision>12</cp:revision>
  <dcterms:modified xsi:type="dcterms:W3CDTF">2025-10-27T07:22:12Z</dcterms:modified>
</cp:coreProperties>
</file>