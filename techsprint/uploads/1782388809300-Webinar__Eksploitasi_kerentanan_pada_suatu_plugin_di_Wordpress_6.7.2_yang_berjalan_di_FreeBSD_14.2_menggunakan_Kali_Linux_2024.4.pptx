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65" r:id="rId6"/>
    <p:sldId id="259" r:id="rId7"/>
    <p:sldId id="26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1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9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37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8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8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3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5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6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03B1C-B765-4D59-B2D2-E13CC975B2C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9B288-1E70-4DF3-83BB-F8A3BB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4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xcode.co.id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about/" TargetMode="External"/><Relationship Id="rId2" Type="http://schemas.openxmlformats.org/officeDocument/2006/relationships/hyperlink" Target="https://id.wikipedia.org/wiki/FreeBS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bsd.org/wher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rniawandata/xcodephpshel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yhacker" TargetMode="External"/><Relationship Id="rId2" Type="http://schemas.openxmlformats.org/officeDocument/2006/relationships/hyperlink" Target="https://xcode.co.i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udo-anas" TargetMode="External"/><Relationship Id="rId4" Type="http://schemas.openxmlformats.org/officeDocument/2006/relationships/hyperlink" Target="https://github.com/lutfiana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Webinar : </a:t>
            </a:r>
            <a:r>
              <a:rPr lang="en-US" dirty="0" err="1" smtClean="0"/>
              <a:t>Eksploitasi</a:t>
            </a:r>
            <a:r>
              <a:rPr lang="en-US" dirty="0" smtClean="0"/>
              <a:t> </a:t>
            </a:r>
            <a:r>
              <a:rPr lang="en-US" dirty="0" err="1" smtClean="0"/>
              <a:t>kerentanan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plugin di </a:t>
            </a:r>
            <a:r>
              <a:rPr lang="en-US" dirty="0" err="1" smtClean="0"/>
              <a:t>Wordpress</a:t>
            </a:r>
            <a:r>
              <a:rPr lang="en-US" dirty="0" smtClean="0"/>
              <a:t> 6.7.2 (</a:t>
            </a:r>
            <a:r>
              <a:rPr lang="en-US" dirty="0" err="1" smtClean="0"/>
              <a:t>terbaru</a:t>
            </a:r>
            <a:r>
              <a:rPr lang="en-US" dirty="0" smtClean="0"/>
              <a:t>) yang </a:t>
            </a:r>
            <a:r>
              <a:rPr lang="en-US" dirty="0" err="1" smtClean="0"/>
              <a:t>berjalan</a:t>
            </a:r>
            <a:r>
              <a:rPr lang="en-US" dirty="0" smtClean="0"/>
              <a:t> di FreeBSD 14.2 (</a:t>
            </a:r>
            <a:r>
              <a:rPr lang="en-US" dirty="0" err="1" smtClean="0"/>
              <a:t>Terbaru</a:t>
            </a:r>
            <a:r>
              <a:rPr lang="en-US" dirty="0" smtClean="0"/>
              <a:t>) </a:t>
            </a:r>
            <a:r>
              <a:rPr lang="en-US" dirty="0" err="1" smtClean="0"/>
              <a:t>menggunakan</a:t>
            </a:r>
            <a:r>
              <a:rPr lang="en-US" dirty="0" smtClean="0"/>
              <a:t> Kali Linux 2024.4 (</a:t>
            </a:r>
            <a:r>
              <a:rPr lang="en-US" dirty="0" err="1" smtClean="0"/>
              <a:t>Terbaru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5105400"/>
            <a:ext cx="6400800" cy="9144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Kurniawan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https://xcode.co.id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173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FreeBSD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FreeBSD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operasi</a:t>
            </a:r>
            <a:r>
              <a:rPr lang="en-US" dirty="0" smtClean="0"/>
              <a:t> </a:t>
            </a:r>
            <a:r>
              <a:rPr lang="en-US" dirty="0" err="1" smtClean="0"/>
              <a:t>bertipe</a:t>
            </a:r>
            <a:r>
              <a:rPr lang="en-US" dirty="0" smtClean="0"/>
              <a:t> Unix </a:t>
            </a:r>
            <a:r>
              <a:rPr lang="en-US" dirty="0" err="1" smtClean="0"/>
              <a:t>bebas</a:t>
            </a:r>
            <a:r>
              <a:rPr lang="en-US" dirty="0" smtClean="0"/>
              <a:t> yang </a:t>
            </a:r>
            <a:r>
              <a:rPr lang="en-US" dirty="0" err="1" smtClean="0"/>
              <a:t>diturunkan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UNIX AT&amp;T </a:t>
            </a:r>
            <a:r>
              <a:rPr lang="en-US" dirty="0" err="1" smtClean="0"/>
              <a:t>lewat</a:t>
            </a:r>
            <a:r>
              <a:rPr lang="en-US" dirty="0" smtClean="0"/>
              <a:t> </a:t>
            </a:r>
            <a:r>
              <a:rPr lang="en-US" dirty="0" err="1" smtClean="0"/>
              <a:t>cabang</a:t>
            </a:r>
            <a:r>
              <a:rPr lang="en-US" dirty="0" smtClean="0"/>
              <a:t> Berkeley Software Distribution (BSD)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operasi</a:t>
            </a:r>
            <a:r>
              <a:rPr lang="en-US" dirty="0" smtClean="0"/>
              <a:t> 386BSD </a:t>
            </a:r>
            <a:r>
              <a:rPr lang="en-US" dirty="0" err="1" smtClean="0"/>
              <a:t>dan</a:t>
            </a:r>
            <a:r>
              <a:rPr lang="en-US" dirty="0" smtClean="0"/>
              <a:t> 4.4 BSD-Lite, </a:t>
            </a:r>
            <a:r>
              <a:rPr lang="en-US" dirty="0" err="1" smtClean="0"/>
              <a:t>meskipun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awalnya</a:t>
            </a:r>
            <a:r>
              <a:rPr lang="en-US" dirty="0" smtClean="0"/>
              <a:t> FreeBSD </a:t>
            </a:r>
            <a:r>
              <a:rPr lang="en-US" dirty="0" err="1" smtClean="0"/>
              <a:t>rilis</a:t>
            </a:r>
            <a:r>
              <a:rPr lang="en-US" dirty="0" smtClean="0"/>
              <a:t> 1.0 </a:t>
            </a:r>
            <a:r>
              <a:rPr lang="en-US" dirty="0" err="1" smtClean="0"/>
              <a:t>diturunkan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operasi</a:t>
            </a:r>
            <a:r>
              <a:rPr lang="en-US" dirty="0" smtClean="0"/>
              <a:t> 386BSD </a:t>
            </a:r>
            <a:r>
              <a:rPr lang="en-US" dirty="0" err="1" smtClean="0"/>
              <a:t>dan</a:t>
            </a:r>
            <a:r>
              <a:rPr lang="en-US" dirty="0" smtClean="0"/>
              <a:t> 4.3 BSD-Lite.</a:t>
            </a:r>
          </a:p>
          <a:p>
            <a:endParaRPr lang="en-US" dirty="0"/>
          </a:p>
          <a:p>
            <a:r>
              <a:rPr lang="en-US" dirty="0" smtClean="0"/>
              <a:t>FreeBSD </a:t>
            </a:r>
            <a:r>
              <a:rPr lang="en-US" dirty="0" err="1" smtClean="0"/>
              <a:t>berjalan</a:t>
            </a:r>
            <a:r>
              <a:rPr lang="en-US" dirty="0" smtClean="0"/>
              <a:t> di </a:t>
            </a:r>
            <a:r>
              <a:rPr lang="en-US" dirty="0" err="1" smtClean="0"/>
              <a:t>atas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arsitektur</a:t>
            </a:r>
            <a:r>
              <a:rPr lang="en-US" dirty="0" smtClean="0"/>
              <a:t> yang </a:t>
            </a:r>
            <a:r>
              <a:rPr lang="en-US" dirty="0" err="1" smtClean="0"/>
              <a:t>kompatibel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Intel x86 (Pentium </a:t>
            </a:r>
            <a:r>
              <a:rPr lang="en-US" dirty="0" err="1" smtClean="0"/>
              <a:t>dan</a:t>
            </a:r>
            <a:r>
              <a:rPr lang="en-US" dirty="0" smtClean="0"/>
              <a:t> Athlon), amd64 (Opteron, Athlon64, </a:t>
            </a:r>
            <a:r>
              <a:rPr lang="en-US" dirty="0" err="1" smtClean="0"/>
              <a:t>dan</a:t>
            </a:r>
            <a:r>
              <a:rPr lang="en-US" dirty="0" smtClean="0"/>
              <a:t> EM64T), ARM, IA-64, PowerPC, PC-98, DEC Alpha,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UltraSparc</a:t>
            </a:r>
            <a:r>
              <a:rPr lang="en-US" dirty="0" smtClean="0"/>
              <a:t>. FreeBSD </a:t>
            </a:r>
            <a:r>
              <a:rPr lang="en-US" dirty="0" err="1" smtClean="0"/>
              <a:t>rilis</a:t>
            </a:r>
            <a:r>
              <a:rPr lang="en-US" dirty="0" smtClean="0"/>
              <a:t> 6.4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rilis</a:t>
            </a:r>
            <a:r>
              <a:rPr lang="en-US" dirty="0" smtClean="0"/>
              <a:t> </a:t>
            </a:r>
            <a:r>
              <a:rPr lang="en-US" dirty="0" err="1" smtClean="0"/>
              <a:t>terakhir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dukungan</a:t>
            </a:r>
            <a:r>
              <a:rPr lang="en-US" dirty="0" smtClean="0"/>
              <a:t> </a:t>
            </a:r>
            <a:r>
              <a:rPr lang="en-US" dirty="0" err="1" smtClean="0"/>
              <a:t>kepada</a:t>
            </a:r>
            <a:r>
              <a:rPr lang="en-US" dirty="0" smtClean="0"/>
              <a:t> </a:t>
            </a:r>
            <a:r>
              <a:rPr lang="en-US" dirty="0" err="1" smtClean="0"/>
              <a:t>arsitektur</a:t>
            </a:r>
            <a:r>
              <a:rPr lang="en-US" dirty="0" smtClean="0"/>
              <a:t> DEC Alpha. FreeBSD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turunan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Berkeley UNIX. Akan </a:t>
            </a:r>
            <a:r>
              <a:rPr lang="en-US" dirty="0" err="1" smtClean="0"/>
              <a:t>tetapi</a:t>
            </a:r>
            <a:r>
              <a:rPr lang="en-US" dirty="0" smtClean="0"/>
              <a:t>, FreeBSD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dipanggil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Unix.</a:t>
            </a:r>
          </a:p>
          <a:p>
            <a:endParaRPr lang="en-US" dirty="0"/>
          </a:p>
          <a:p>
            <a:r>
              <a:rPr lang="en-US" dirty="0" err="1" smtClean="0"/>
              <a:t>Sumber</a:t>
            </a:r>
            <a:r>
              <a:rPr lang="en-US" dirty="0" smtClean="0"/>
              <a:t> :</a:t>
            </a:r>
          </a:p>
          <a:p>
            <a:r>
              <a:rPr lang="en-US" dirty="0" smtClean="0">
                <a:hlinkClick r:id="rId2"/>
              </a:rPr>
              <a:t>https://id.wikipedia.org/wiki/FreeBSD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Informasi</a:t>
            </a:r>
            <a:r>
              <a:rPr lang="en-US" dirty="0" smtClean="0"/>
              <a:t> FreeBSD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lengkap</a:t>
            </a:r>
            <a:r>
              <a:rPr lang="en-US" dirty="0" smtClean="0"/>
              <a:t>: </a:t>
            </a:r>
            <a:r>
              <a:rPr lang="en-US" dirty="0" smtClean="0">
                <a:hlinkClick r:id="rId3"/>
              </a:rPr>
              <a:t>https://www.freebsd.org/about/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193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Download FreeBSD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Download FreeBSD: </a:t>
            </a:r>
            <a:r>
              <a:rPr lang="en-US" dirty="0" smtClean="0">
                <a:hlinkClick r:id="rId2"/>
              </a:rPr>
              <a:t>https://www.freebsd.org/where/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Setelah</a:t>
            </a:r>
            <a:r>
              <a:rPr lang="en-US" dirty="0" smtClean="0"/>
              <a:t> download </a:t>
            </a:r>
            <a:r>
              <a:rPr lang="en-US" dirty="0" err="1" smtClean="0"/>
              <a:t>dan</a:t>
            </a:r>
            <a:r>
              <a:rPr lang="en-US" dirty="0" smtClean="0"/>
              <a:t> install</a:t>
            </a:r>
          </a:p>
          <a:p>
            <a:pPr marL="0" indent="0">
              <a:buNone/>
            </a:pPr>
            <a:r>
              <a:rPr lang="en-US" dirty="0" err="1"/>
              <a:t>p</a:t>
            </a:r>
            <a:r>
              <a:rPr lang="en-US" dirty="0" err="1" smtClean="0"/>
              <a:t>kg</a:t>
            </a:r>
            <a:r>
              <a:rPr lang="en-US" dirty="0" smtClean="0"/>
              <a:t> update</a:t>
            </a:r>
          </a:p>
          <a:p>
            <a:pPr marL="0" indent="0">
              <a:buNone/>
            </a:pPr>
            <a:r>
              <a:rPr lang="en-US" dirty="0" err="1" smtClean="0"/>
              <a:t>pkg</a:t>
            </a:r>
            <a:r>
              <a:rPr lang="en-US" dirty="0" smtClean="0"/>
              <a:t> install </a:t>
            </a:r>
            <a:r>
              <a:rPr lang="en-US" dirty="0" err="1" smtClean="0"/>
              <a:t>wget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pkg</a:t>
            </a:r>
            <a:r>
              <a:rPr lang="en-US" dirty="0" smtClean="0"/>
              <a:t> install unzip</a:t>
            </a:r>
          </a:p>
          <a:p>
            <a:pPr marL="0" indent="0">
              <a:buNone/>
            </a:pPr>
            <a:r>
              <a:rPr lang="en-US" dirty="0" err="1" smtClean="0"/>
              <a:t>pkg</a:t>
            </a:r>
            <a:r>
              <a:rPr lang="en-US" dirty="0" smtClean="0"/>
              <a:t> install </a:t>
            </a:r>
            <a:r>
              <a:rPr lang="en-US" dirty="0" err="1" smtClean="0"/>
              <a:t>nano</a:t>
            </a:r>
            <a:endParaRPr lang="en-US" dirty="0" smtClean="0"/>
          </a:p>
          <a:p>
            <a:pPr marL="0" indent="0">
              <a:buNone/>
            </a:pPr>
            <a:r>
              <a:rPr lang="en-US" dirty="0" err="1"/>
              <a:t>p</a:t>
            </a:r>
            <a:r>
              <a:rPr lang="en-US" dirty="0" err="1" smtClean="0"/>
              <a:t>kg</a:t>
            </a:r>
            <a:r>
              <a:rPr lang="en-US" dirty="0" smtClean="0"/>
              <a:t> install </a:t>
            </a:r>
            <a:r>
              <a:rPr lang="en-US" dirty="0" err="1" smtClean="0"/>
              <a:t>sudo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972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Menjadikan</a:t>
            </a:r>
            <a:r>
              <a:rPr lang="en-US" dirty="0" smtClean="0"/>
              <a:t> user </a:t>
            </a:r>
            <a:r>
              <a:rPr lang="en-US" dirty="0" err="1" smtClean="0"/>
              <a:t>biasa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admin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export EDITOR=</a:t>
            </a:r>
            <a:r>
              <a:rPr lang="en-US" dirty="0" err="1" smtClean="0"/>
              <a:t>nano</a:t>
            </a:r>
            <a:endParaRPr lang="en-US" dirty="0" smtClean="0"/>
          </a:p>
          <a:p>
            <a:r>
              <a:rPr lang="en-US" dirty="0" err="1" smtClean="0"/>
              <a:t>visudo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84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</a:t>
            </a:r>
            <a:r>
              <a:rPr lang="en-US" dirty="0" err="1" smtClean="0"/>
              <a:t>ip</a:t>
            </a:r>
            <a:r>
              <a:rPr lang="en-US" dirty="0" smtClean="0"/>
              <a:t>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ifconfig</a:t>
            </a:r>
            <a:r>
              <a:rPr lang="en-US" dirty="0" smtClean="0"/>
              <a:t> em0 </a:t>
            </a:r>
            <a:r>
              <a:rPr lang="en-US" dirty="0" err="1" smtClean="0"/>
              <a:t>inet</a:t>
            </a:r>
            <a:r>
              <a:rPr lang="en-US" dirty="0" smtClean="0"/>
              <a:t> 192.168.1.100 </a:t>
            </a:r>
            <a:r>
              <a:rPr lang="en-US" dirty="0" err="1" smtClean="0"/>
              <a:t>netmask</a:t>
            </a:r>
            <a:r>
              <a:rPr lang="en-US" dirty="0" smtClean="0"/>
              <a:t> 255.255.255.0 </a:t>
            </a:r>
          </a:p>
          <a:p>
            <a:r>
              <a:rPr lang="en-US" dirty="0" smtClean="0"/>
              <a:t>route add default 192.168.1.1</a:t>
            </a:r>
          </a:p>
          <a:p>
            <a:endParaRPr lang="en-US" dirty="0"/>
          </a:p>
          <a:p>
            <a:r>
              <a:rPr lang="en-US" dirty="0" err="1" smtClean="0"/>
              <a:t>nano</a:t>
            </a:r>
            <a:r>
              <a:rPr lang="en-US" dirty="0" smtClean="0"/>
              <a:t> 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rc.conf</a:t>
            </a:r>
            <a:endParaRPr lang="en-US" dirty="0" smtClean="0"/>
          </a:p>
          <a:p>
            <a:r>
              <a:rPr lang="en-US" dirty="0" smtClean="0"/>
              <a:t>ifconfig_em0="</a:t>
            </a:r>
            <a:r>
              <a:rPr lang="en-US" dirty="0" err="1" smtClean="0"/>
              <a:t>inet</a:t>
            </a:r>
            <a:r>
              <a:rPr lang="en-US" dirty="0" smtClean="0"/>
              <a:t> 192.168.1.100 </a:t>
            </a:r>
            <a:r>
              <a:rPr lang="en-US" dirty="0" err="1" smtClean="0"/>
              <a:t>netmask</a:t>
            </a:r>
            <a:r>
              <a:rPr lang="en-US" dirty="0" smtClean="0"/>
              <a:t> 255.255.255.0"</a:t>
            </a:r>
          </a:p>
          <a:p>
            <a:r>
              <a:rPr lang="en-US" dirty="0" err="1" smtClean="0"/>
              <a:t>defaultrouter</a:t>
            </a:r>
            <a:r>
              <a:rPr lang="en-US" dirty="0" smtClean="0"/>
              <a:t>="192.168.1.1"</a:t>
            </a:r>
          </a:p>
          <a:p>
            <a:endParaRPr lang="en-US" dirty="0" smtClean="0"/>
          </a:p>
          <a:p>
            <a:r>
              <a:rPr lang="en-US" dirty="0" smtClean="0"/>
              <a:t>service </a:t>
            </a:r>
            <a:r>
              <a:rPr lang="en-US" dirty="0" err="1" smtClean="0"/>
              <a:t>netif</a:t>
            </a:r>
            <a:r>
              <a:rPr lang="en-US" dirty="0" smtClean="0"/>
              <a:t> restart &amp;&amp; service routing restart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Instalasi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pkg</a:t>
            </a:r>
            <a:r>
              <a:rPr lang="en-US" dirty="0" smtClean="0"/>
              <a:t> install apache24 php83 mod_php83 php83-mysqli php83-mbstring php83-zip php83-gd php83-curl php83-xml php83-tokenizer php83-session php83-pdo php83-pdo_mysql php83-intl php83-opcache php83-pecl-imagick php83-pecl-memcached php83-pecl-redis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sysrc</a:t>
            </a:r>
            <a:r>
              <a:rPr lang="en-US" dirty="0" smtClean="0"/>
              <a:t> apache24_enable="YES"</a:t>
            </a:r>
          </a:p>
          <a:p>
            <a:pPr marL="0" indent="0">
              <a:buNone/>
            </a:pPr>
            <a:r>
              <a:rPr lang="en-US" dirty="0" smtClean="0"/>
              <a:t>service apache24 start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Document root</a:t>
            </a:r>
          </a:p>
          <a:p>
            <a:pPr marL="0" indent="0">
              <a:buNone/>
            </a:pPr>
            <a:r>
              <a:rPr lang="en-US" dirty="0" smtClean="0"/>
              <a:t>/</a:t>
            </a:r>
            <a:r>
              <a:rPr lang="en-US" dirty="0" err="1" smtClean="0"/>
              <a:t>usr</a:t>
            </a:r>
            <a:r>
              <a:rPr lang="en-US" dirty="0" smtClean="0"/>
              <a:t>/local/www/apache24/data/.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log</a:t>
            </a:r>
          </a:p>
          <a:p>
            <a:pPr marL="0" indent="0">
              <a:buNone/>
            </a:pPr>
            <a:r>
              <a:rPr lang="en-US" dirty="0" smtClean="0"/>
              <a:t>cat /</a:t>
            </a:r>
            <a:r>
              <a:rPr lang="en-US" dirty="0" err="1" smtClean="0"/>
              <a:t>var</a:t>
            </a:r>
            <a:r>
              <a:rPr lang="en-US" dirty="0" smtClean="0"/>
              <a:t>/log/httpd-error.log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pkg</a:t>
            </a:r>
            <a:r>
              <a:rPr lang="en-US" dirty="0" smtClean="0"/>
              <a:t> update</a:t>
            </a:r>
          </a:p>
          <a:p>
            <a:pPr marL="0" indent="0">
              <a:buNone/>
            </a:pPr>
            <a:r>
              <a:rPr lang="en-US" dirty="0" err="1" smtClean="0"/>
              <a:t>pkg</a:t>
            </a:r>
            <a:r>
              <a:rPr lang="en-US" dirty="0" smtClean="0"/>
              <a:t> install mysql80-server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sysrc</a:t>
            </a:r>
            <a:r>
              <a:rPr lang="en-US" dirty="0" smtClean="0"/>
              <a:t> </a:t>
            </a:r>
            <a:r>
              <a:rPr lang="en-US" dirty="0" err="1" smtClean="0"/>
              <a:t>mysql_enable</a:t>
            </a:r>
            <a:r>
              <a:rPr lang="en-US" dirty="0" smtClean="0"/>
              <a:t>="YES"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service </a:t>
            </a:r>
            <a:r>
              <a:rPr lang="en-US" dirty="0" err="1" smtClean="0"/>
              <a:t>mysql</a:t>
            </a:r>
            <a:r>
              <a:rPr lang="en-US" dirty="0" smtClean="0"/>
              <a:t>-server start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4588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Instalasi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mysql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ALTER USER 'root'@'</a:t>
            </a:r>
            <a:r>
              <a:rPr lang="en-US" dirty="0" err="1" smtClean="0"/>
              <a:t>localhost</a:t>
            </a:r>
            <a:r>
              <a:rPr lang="en-US" dirty="0" smtClean="0"/>
              <a:t>' IDENTIFIED WITH </a:t>
            </a:r>
            <a:r>
              <a:rPr lang="en-US" dirty="0" err="1" smtClean="0"/>
              <a:t>mysql_native_password</a:t>
            </a:r>
            <a:r>
              <a:rPr lang="en-US" dirty="0" smtClean="0"/>
              <a:t> BY 'baseball'; </a:t>
            </a:r>
          </a:p>
          <a:p>
            <a:pPr marL="0" indent="0">
              <a:buNone/>
            </a:pPr>
            <a:r>
              <a:rPr lang="en-US" dirty="0"/>
              <a:t>c</a:t>
            </a:r>
            <a:r>
              <a:rPr lang="en-US" dirty="0" smtClean="0"/>
              <a:t>reate database </a:t>
            </a:r>
            <a:r>
              <a:rPr lang="en-US" dirty="0" err="1" smtClean="0"/>
              <a:t>wordpress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exit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err="1"/>
              <a:t>n</a:t>
            </a:r>
            <a:r>
              <a:rPr lang="en-US" dirty="0" err="1" smtClean="0"/>
              <a:t>ano</a:t>
            </a:r>
            <a:r>
              <a:rPr lang="en-US" dirty="0" smtClean="0"/>
              <a:t> /</a:t>
            </a:r>
            <a:r>
              <a:rPr lang="en-US" dirty="0" err="1" smtClean="0"/>
              <a:t>usr</a:t>
            </a:r>
            <a:r>
              <a:rPr lang="en-US" dirty="0" smtClean="0"/>
              <a:t>/local/</a:t>
            </a:r>
            <a:r>
              <a:rPr lang="en-US" dirty="0" err="1" smtClean="0"/>
              <a:t>etc</a:t>
            </a:r>
            <a:r>
              <a:rPr lang="en-US" dirty="0" smtClean="0"/>
              <a:t>/apache24/</a:t>
            </a:r>
            <a:r>
              <a:rPr lang="en-US" dirty="0" err="1" smtClean="0"/>
              <a:t>httpd.conf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DirectoryIndex</a:t>
            </a:r>
            <a:r>
              <a:rPr lang="en-US" dirty="0" smtClean="0"/>
              <a:t> </a:t>
            </a:r>
            <a:r>
              <a:rPr lang="en-US" dirty="0" err="1" smtClean="0"/>
              <a:t>index.php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nano</a:t>
            </a:r>
            <a:r>
              <a:rPr lang="en-US" dirty="0" smtClean="0"/>
              <a:t> /</a:t>
            </a:r>
            <a:r>
              <a:rPr lang="en-US" dirty="0" err="1" smtClean="0"/>
              <a:t>usr</a:t>
            </a:r>
            <a:r>
              <a:rPr lang="en-US" dirty="0" smtClean="0"/>
              <a:t>/local/</a:t>
            </a:r>
            <a:r>
              <a:rPr lang="en-US" dirty="0" err="1" smtClean="0"/>
              <a:t>etc</a:t>
            </a:r>
            <a:r>
              <a:rPr lang="en-US" dirty="0" smtClean="0"/>
              <a:t>/apache24/Includes/</a:t>
            </a:r>
            <a:r>
              <a:rPr lang="en-US" dirty="0" err="1" smtClean="0"/>
              <a:t>php.conf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isi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&lt;</a:t>
            </a:r>
            <a:r>
              <a:rPr lang="en-US" dirty="0" err="1" smtClean="0"/>
              <a:t>FilesMatch</a:t>
            </a:r>
            <a:r>
              <a:rPr lang="en-US" dirty="0" smtClean="0"/>
              <a:t> "\.</a:t>
            </a:r>
            <a:r>
              <a:rPr lang="en-US" dirty="0" err="1" smtClean="0"/>
              <a:t>php</a:t>
            </a:r>
            <a:r>
              <a:rPr lang="en-US" dirty="0" smtClean="0"/>
              <a:t>$"&gt;    </a:t>
            </a:r>
            <a:r>
              <a:rPr lang="en-US" dirty="0" err="1" smtClean="0"/>
              <a:t>SetHandler</a:t>
            </a:r>
            <a:r>
              <a:rPr lang="en-US" dirty="0" smtClean="0"/>
              <a:t> application/x-</a:t>
            </a:r>
            <a:r>
              <a:rPr lang="en-US" dirty="0" err="1" smtClean="0"/>
              <a:t>httpd</a:t>
            </a:r>
            <a:r>
              <a:rPr lang="en-US" dirty="0" smtClean="0"/>
              <a:t>-</a:t>
            </a:r>
            <a:r>
              <a:rPr lang="en-US" dirty="0" err="1" smtClean="0"/>
              <a:t>php</a:t>
            </a:r>
            <a:r>
              <a:rPr lang="en-US" dirty="0" smtClean="0"/>
              <a:t>&lt;/</a:t>
            </a:r>
            <a:r>
              <a:rPr lang="en-US" dirty="0" err="1" smtClean="0"/>
              <a:t>FilesMatch</a:t>
            </a:r>
            <a:r>
              <a:rPr lang="en-US" dirty="0" smtClean="0"/>
              <a:t>&gt;&lt;</a:t>
            </a:r>
            <a:r>
              <a:rPr lang="en-US" dirty="0" err="1" smtClean="0"/>
              <a:t>FilesMatch</a:t>
            </a:r>
            <a:r>
              <a:rPr lang="en-US" dirty="0" smtClean="0"/>
              <a:t> "\.</a:t>
            </a:r>
            <a:r>
              <a:rPr lang="en-US" dirty="0" err="1" smtClean="0"/>
              <a:t>phps</a:t>
            </a:r>
            <a:r>
              <a:rPr lang="en-US" dirty="0" smtClean="0"/>
              <a:t>$"&gt;    </a:t>
            </a:r>
            <a:r>
              <a:rPr lang="en-US" dirty="0" err="1" smtClean="0"/>
              <a:t>SetHandler</a:t>
            </a:r>
            <a:r>
              <a:rPr lang="en-US" dirty="0" smtClean="0"/>
              <a:t> application/x-</a:t>
            </a:r>
            <a:r>
              <a:rPr lang="en-US" dirty="0" err="1" smtClean="0"/>
              <a:t>httpd</a:t>
            </a:r>
            <a:r>
              <a:rPr lang="en-US" dirty="0" smtClean="0"/>
              <a:t>-</a:t>
            </a:r>
            <a:r>
              <a:rPr lang="en-US" dirty="0" err="1" smtClean="0"/>
              <a:t>php</a:t>
            </a:r>
            <a:r>
              <a:rPr lang="en-US" dirty="0" smtClean="0"/>
              <a:t>-source&lt;/</a:t>
            </a:r>
            <a:r>
              <a:rPr lang="en-US" dirty="0" err="1" smtClean="0"/>
              <a:t>FilesMatch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service apache24 restart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56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dunia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siber</a:t>
            </a:r>
            <a:r>
              <a:rPr lang="en-US" dirty="0"/>
              <a:t>, exploit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,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mengeksploitasi</a:t>
            </a:r>
            <a:r>
              <a:rPr lang="en-US" dirty="0"/>
              <a:t> (</a:t>
            </a:r>
            <a:r>
              <a:rPr lang="en-US" dirty="0" err="1"/>
              <a:t>memanfaatkan</a:t>
            </a:r>
            <a:r>
              <a:rPr lang="en-US" dirty="0"/>
              <a:t>) </a:t>
            </a:r>
            <a:r>
              <a:rPr lang="en-US" dirty="0" err="1"/>
              <a:t>kelemahan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kerentanan</a:t>
            </a:r>
            <a:r>
              <a:rPr lang="en-US" dirty="0"/>
              <a:t> (vulnerability)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, </a:t>
            </a:r>
            <a:r>
              <a:rPr lang="en-US" dirty="0" err="1"/>
              <a:t>aplikasi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</a:t>
            </a:r>
            <a:r>
              <a:rPr lang="en-US" dirty="0" err="1"/>
              <a:t>Tujuan</a:t>
            </a:r>
            <a:r>
              <a:rPr lang="en-US" dirty="0"/>
              <a:t> exploit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bermacam-macam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sah</a:t>
            </a:r>
            <a:r>
              <a:rPr lang="en-US" dirty="0"/>
              <a:t>,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(privilege escalation), </a:t>
            </a:r>
            <a:r>
              <a:rPr lang="en-US" dirty="0" err="1"/>
              <a:t>mencuri</a:t>
            </a:r>
            <a:r>
              <a:rPr lang="en-US" dirty="0"/>
              <a:t> data,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menyebabkan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crash (</a:t>
            </a:r>
            <a:r>
              <a:rPr lang="en-US" dirty="0" err="1"/>
              <a:t>DoS</a:t>
            </a:r>
            <a:r>
              <a:rPr lang="en-US" dirty="0"/>
              <a:t> - Denial of Service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365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Jenis-Jenis</a:t>
            </a:r>
            <a:r>
              <a:rPr lang="en-US" dirty="0"/>
              <a:t> </a:t>
            </a:r>
            <a:r>
              <a:rPr lang="en-US" dirty="0" smtClean="0"/>
              <a:t>Exploit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Jenis-Jenis</a:t>
            </a:r>
            <a:r>
              <a:rPr lang="en-US" dirty="0"/>
              <a:t> Exploit: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Remote </a:t>
            </a:r>
            <a:r>
              <a:rPr lang="en-US" dirty="0"/>
              <a:t>Exploit – </a:t>
            </a:r>
            <a:r>
              <a:rPr lang="en-US" dirty="0" err="1"/>
              <a:t>Menyerang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smtClean="0"/>
              <a:t>Local </a:t>
            </a:r>
            <a:r>
              <a:rPr lang="en-US" dirty="0"/>
              <a:t>Exploit –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kelemahan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penyerang</a:t>
            </a:r>
            <a:r>
              <a:rPr lang="en-US" dirty="0"/>
              <a:t>,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privilege </a:t>
            </a:r>
            <a:r>
              <a:rPr lang="en-US" dirty="0" smtClean="0"/>
              <a:t>escalation.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Client-Side </a:t>
            </a:r>
            <a:r>
              <a:rPr lang="en-US" dirty="0"/>
              <a:t>Exploit – </a:t>
            </a:r>
            <a:r>
              <a:rPr lang="en-US" dirty="0" err="1"/>
              <a:t>Menargetkan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klien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browser </a:t>
            </a:r>
            <a:r>
              <a:rPr lang="en-US" dirty="0" err="1"/>
              <a:t>atau</a:t>
            </a:r>
            <a:r>
              <a:rPr lang="en-US" dirty="0"/>
              <a:t> PDF reader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kelemahan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rendering file.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Web </a:t>
            </a:r>
            <a:r>
              <a:rPr lang="en-US" dirty="0"/>
              <a:t>Exploit – </a:t>
            </a:r>
            <a:r>
              <a:rPr lang="en-US" dirty="0" err="1"/>
              <a:t>Mengeksploitasi</a:t>
            </a:r>
            <a:r>
              <a:rPr lang="en-US" dirty="0"/>
              <a:t> </a:t>
            </a:r>
            <a:r>
              <a:rPr lang="en-US" dirty="0" err="1"/>
              <a:t>kelemahan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web, </a:t>
            </a:r>
            <a:r>
              <a:rPr lang="en-US" dirty="0" err="1"/>
              <a:t>seperti</a:t>
            </a:r>
            <a:r>
              <a:rPr lang="en-US" dirty="0"/>
              <a:t> SQL Injection, XSS, </a:t>
            </a:r>
            <a:r>
              <a:rPr lang="en-US" dirty="0" err="1"/>
              <a:t>dan</a:t>
            </a:r>
            <a:r>
              <a:rPr lang="en-US" dirty="0"/>
              <a:t> RCE.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05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Wordpress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WordPress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(CMS - Content Management System) yang paling </a:t>
            </a:r>
            <a:r>
              <a:rPr lang="en-US" dirty="0" err="1"/>
              <a:t>populer</a:t>
            </a:r>
            <a:r>
              <a:rPr lang="en-US" dirty="0"/>
              <a:t> di </a:t>
            </a:r>
            <a:r>
              <a:rPr lang="en-US" dirty="0" err="1"/>
              <a:t>dunia</a:t>
            </a:r>
            <a:r>
              <a:rPr lang="en-US" dirty="0"/>
              <a:t>,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situs</a:t>
            </a:r>
            <a:r>
              <a:rPr lang="en-US" dirty="0"/>
              <a:t> web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86990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PHP 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PHP Shell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skrip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PHP yang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server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antarmuka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web.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pentester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hacker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server yang </a:t>
            </a:r>
            <a:r>
              <a:rPr lang="en-US" dirty="0" err="1"/>
              <a:t>rentan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err="1" smtClean="0"/>
              <a:t>Contoh</a:t>
            </a:r>
            <a:endParaRPr lang="en-US" dirty="0"/>
          </a:p>
          <a:p>
            <a:r>
              <a:rPr lang="en-US" dirty="0"/>
              <a:t>p0wny@shell </a:t>
            </a:r>
            <a:r>
              <a:rPr lang="en-US" dirty="0" err="1"/>
              <a:t>adalah</a:t>
            </a:r>
            <a:r>
              <a:rPr lang="en-US" dirty="0"/>
              <a:t> web shell </a:t>
            </a:r>
            <a:r>
              <a:rPr lang="en-US" dirty="0" err="1"/>
              <a:t>berbasis</a:t>
            </a:r>
            <a:r>
              <a:rPr lang="en-US" dirty="0"/>
              <a:t> PHP yang </a:t>
            </a:r>
            <a:r>
              <a:rPr lang="en-US" dirty="0" err="1"/>
              <a:t>ringan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minimalis</a:t>
            </a:r>
            <a:r>
              <a:rPr lang="en-US" dirty="0"/>
              <a:t>, </a:t>
            </a:r>
            <a:r>
              <a:rPr lang="en-US" dirty="0" err="1"/>
              <a:t>dirancang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target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antarmuka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web. Web shell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penetration tester </a:t>
            </a:r>
            <a:r>
              <a:rPr lang="en-US" dirty="0" err="1"/>
              <a:t>dan</a:t>
            </a:r>
            <a:r>
              <a:rPr lang="en-US" dirty="0"/>
              <a:t> ethical hacker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server web,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disalahgunakan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peretas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ilegal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rentan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0929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File Upload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Arbitrary File Upload Bug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celah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yang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penyerang</a:t>
            </a:r>
            <a:r>
              <a:rPr lang="en-US" dirty="0"/>
              <a:t> </a:t>
            </a:r>
            <a:r>
              <a:rPr lang="en-US" dirty="0" err="1"/>
              <a:t>mengunggah</a:t>
            </a:r>
            <a:r>
              <a:rPr lang="en-US" dirty="0"/>
              <a:t> file </a:t>
            </a:r>
            <a:r>
              <a:rPr lang="en-US" dirty="0" err="1"/>
              <a:t>berbahaya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server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validasi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pembatasan</a:t>
            </a:r>
            <a:r>
              <a:rPr lang="en-US" dirty="0"/>
              <a:t> yang </a:t>
            </a:r>
            <a:r>
              <a:rPr lang="en-US" dirty="0" err="1"/>
              <a:t>memadai</a:t>
            </a:r>
            <a:r>
              <a:rPr lang="en-US" dirty="0"/>
              <a:t>. Bug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di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unggah</a:t>
            </a:r>
            <a:r>
              <a:rPr lang="en-US" dirty="0"/>
              <a:t> file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web,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formulir</a:t>
            </a:r>
            <a:r>
              <a:rPr lang="en-US" dirty="0"/>
              <a:t> upload </a:t>
            </a:r>
            <a:r>
              <a:rPr lang="en-US" dirty="0" err="1"/>
              <a:t>gambar</a:t>
            </a:r>
            <a:r>
              <a:rPr lang="en-US" dirty="0"/>
              <a:t>, </a:t>
            </a:r>
            <a:r>
              <a:rPr lang="en-US" dirty="0" err="1"/>
              <a:t>dokumen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lampiran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645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Arbitrary File </a:t>
            </a:r>
            <a:r>
              <a:rPr lang="en-US" dirty="0" smtClean="0"/>
              <a:t>Upload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/>
              <a:t>penyerang</a:t>
            </a:r>
            <a:r>
              <a:rPr lang="en-US" dirty="0"/>
              <a:t>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mengunggah</a:t>
            </a:r>
            <a:r>
              <a:rPr lang="en-US" dirty="0"/>
              <a:t> file </a:t>
            </a:r>
            <a:r>
              <a:rPr lang="en-US" dirty="0" err="1"/>
              <a:t>berbahaya</a:t>
            </a:r>
            <a:r>
              <a:rPr lang="en-US" dirty="0"/>
              <a:t> (</a:t>
            </a:r>
            <a:r>
              <a:rPr lang="en-US" dirty="0" err="1"/>
              <a:t>misalnya</a:t>
            </a:r>
            <a:r>
              <a:rPr lang="en-US" dirty="0"/>
              <a:t>, shell PHP </a:t>
            </a:r>
            <a:r>
              <a:rPr lang="en-US" dirty="0" err="1"/>
              <a:t>atau</a:t>
            </a:r>
            <a:r>
              <a:rPr lang="en-US" dirty="0"/>
              <a:t> file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),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server (RCE – Remote Code Execution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 smtClean="0"/>
              <a:t>Mengunggah</a:t>
            </a:r>
            <a:r>
              <a:rPr lang="en-US" dirty="0" smtClean="0"/>
              <a:t> </a:t>
            </a:r>
            <a:r>
              <a:rPr lang="en-US" dirty="0"/>
              <a:t>malware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menyebarkan</a:t>
            </a:r>
            <a:r>
              <a:rPr lang="en-US" dirty="0"/>
              <a:t> </a:t>
            </a:r>
            <a:r>
              <a:rPr lang="en-US" dirty="0" err="1"/>
              <a:t>infeksi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 smtClean="0"/>
              <a:t>lanjut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 smtClean="0"/>
              <a:t>Mengubah</a:t>
            </a:r>
            <a:r>
              <a:rPr lang="en-US" dirty="0" smtClean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smtClean="0"/>
              <a:t>server.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/>
              <a:t>server </a:t>
            </a:r>
            <a:r>
              <a:rPr lang="en-US" dirty="0" err="1"/>
              <a:t>sebagai</a:t>
            </a:r>
            <a:r>
              <a:rPr lang="en-US" dirty="0"/>
              <a:t> botnet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serangan</a:t>
            </a:r>
            <a:r>
              <a:rPr lang="en-US" dirty="0"/>
              <a:t> </a:t>
            </a:r>
            <a:r>
              <a:rPr lang="en-US" dirty="0" err="1"/>
              <a:t>DDoS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0539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PHP Shell X-code </a:t>
            </a:r>
            <a:r>
              <a:rPr lang="en-US" dirty="0" err="1" smtClean="0"/>
              <a:t>untuk</a:t>
            </a:r>
            <a:r>
              <a:rPr lang="en-US" dirty="0" smtClean="0"/>
              <a:t> target FreeBSD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github.com/kurniawandata/xcodephpshell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681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PHP Shell X-code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X-code PHP Shell yang </a:t>
            </a:r>
            <a:r>
              <a:rPr lang="en-US" dirty="0" err="1" smtClean="0"/>
              <a:t>dirancang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target FreeBSD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memasukkan</a:t>
            </a:r>
            <a:r>
              <a:rPr lang="en-US" dirty="0" smtClean="0"/>
              <a:t> PHP </a:t>
            </a:r>
            <a:r>
              <a:rPr lang="en-US" dirty="0"/>
              <a:t>Reverse Shell yang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pentestmonkey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smtClean="0"/>
              <a:t>2007 yang </a:t>
            </a:r>
            <a:r>
              <a:rPr lang="en-US" dirty="0" err="1" smtClean="0"/>
              <a:t>dilisensikan</a:t>
            </a:r>
            <a:r>
              <a:rPr lang="en-US" dirty="0" smtClean="0"/>
              <a:t> GPL v2.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skrip</a:t>
            </a:r>
            <a:r>
              <a:rPr lang="en-US" dirty="0"/>
              <a:t> yang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shell </a:t>
            </a:r>
            <a:r>
              <a:rPr lang="en-US" dirty="0" err="1"/>
              <a:t>ke</a:t>
            </a:r>
            <a:r>
              <a:rPr lang="en-US" dirty="0"/>
              <a:t> server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membalik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koneksi</a:t>
            </a:r>
            <a:r>
              <a:rPr lang="en-US" dirty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Kenapa</a:t>
            </a:r>
            <a:r>
              <a:rPr lang="en-US" dirty="0" smtClean="0"/>
              <a:t> </a:t>
            </a:r>
            <a:r>
              <a:rPr lang="en-US" dirty="0"/>
              <a:t>GPL v2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Digabung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 err="1" smtClean="0"/>
              <a:t>Lisensi</a:t>
            </a:r>
            <a:r>
              <a:rPr lang="en-US" dirty="0" smtClean="0"/>
              <a:t> </a:t>
            </a:r>
            <a:r>
              <a:rPr lang="en-US" dirty="0" err="1"/>
              <a:t>sama</a:t>
            </a:r>
            <a:r>
              <a:rPr lang="en-US" dirty="0"/>
              <a:t> (GPL v2) →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konflik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smtClean="0"/>
              <a:t>GPL </a:t>
            </a:r>
            <a:r>
              <a:rPr lang="en-US" dirty="0"/>
              <a:t>v2 </a:t>
            </a:r>
            <a:r>
              <a:rPr lang="en-US" dirty="0" err="1"/>
              <a:t>mengizinkan</a:t>
            </a:r>
            <a:r>
              <a:rPr lang="en-US" dirty="0"/>
              <a:t> </a:t>
            </a:r>
            <a:r>
              <a:rPr lang="en-US" dirty="0" err="1"/>
              <a:t>redistribusi</a:t>
            </a:r>
            <a:r>
              <a:rPr lang="en-US" dirty="0"/>
              <a:t> &amp; </a:t>
            </a:r>
            <a:r>
              <a:rPr lang="en-US" dirty="0" err="1"/>
              <a:t>modifikasi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mempertahankan</a:t>
            </a:r>
            <a:r>
              <a:rPr lang="en-US" dirty="0"/>
              <a:t> </a:t>
            </a:r>
            <a:r>
              <a:rPr lang="en-US" dirty="0" err="1"/>
              <a:t>lisensinya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 smtClean="0"/>
              <a:t>Kamu</a:t>
            </a:r>
            <a:r>
              <a:rPr lang="en-US" dirty="0" smtClean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mengintegrasikan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PHP shell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proyekmu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GPL v2, </a:t>
            </a:r>
            <a:r>
              <a:rPr lang="en-US" dirty="0" err="1"/>
              <a:t>yaitu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 smtClean="0"/>
              <a:t>Menyertakan</a:t>
            </a:r>
            <a:r>
              <a:rPr lang="en-US" dirty="0" smtClean="0"/>
              <a:t> </a:t>
            </a:r>
            <a:r>
              <a:rPr lang="en-US" dirty="0" err="1"/>
              <a:t>lisensi</a:t>
            </a:r>
            <a:r>
              <a:rPr lang="en-US" dirty="0"/>
              <a:t> GPL v2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/>
              <a:t>membatasi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memodifikasi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 smtClean="0"/>
              <a:t>Memberikan</a:t>
            </a:r>
            <a:r>
              <a:rPr lang="en-US" dirty="0" smtClean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didistribusikan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7414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Open Source Project</a:t>
            </a:r>
            <a:br>
              <a:rPr lang="en-US" dirty="0" smtClean="0"/>
            </a:br>
            <a:r>
              <a:rPr lang="en-US" dirty="0" smtClean="0"/>
              <a:t>X-code PHP </a:t>
            </a:r>
            <a:r>
              <a:rPr lang="en-US" smtClean="0"/>
              <a:t>Shell – </a:t>
            </a:r>
            <a:r>
              <a:rPr lang="en-US" smtClean="0">
                <a:hlinkClick r:id="rId2"/>
              </a:rPr>
              <a:t>https://xcode.co.id</a:t>
            </a:r>
            <a:r>
              <a:rPr lang="en-US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pPr algn="ctr"/>
            <a:r>
              <a:rPr lang="en-US" dirty="0" err="1" smtClean="0"/>
              <a:t>Terima</a:t>
            </a:r>
            <a:r>
              <a:rPr lang="en-US" dirty="0" smtClean="0"/>
              <a:t> </a:t>
            </a:r>
            <a:r>
              <a:rPr lang="en-US" dirty="0" err="1" smtClean="0"/>
              <a:t>kasih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kontribusi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pengembang</a:t>
            </a:r>
            <a:r>
              <a:rPr lang="en-US" dirty="0" smtClean="0"/>
              <a:t> PHP Shell X-code (X-code Project) yang </a:t>
            </a:r>
            <a:r>
              <a:rPr lang="en-US" dirty="0" err="1" smtClean="0"/>
              <a:t>dibangun</a:t>
            </a:r>
            <a:r>
              <a:rPr lang="en-US" dirty="0" smtClean="0"/>
              <a:t> </a:t>
            </a:r>
            <a:r>
              <a:rPr lang="en-US" dirty="0" err="1" smtClean="0"/>
              <a:t>sejak</a:t>
            </a:r>
            <a:r>
              <a:rPr lang="en-US" dirty="0" smtClean="0"/>
              <a:t> 5 </a:t>
            </a:r>
            <a:r>
              <a:rPr lang="en-US" dirty="0" err="1" smtClean="0"/>
              <a:t>tahun</a:t>
            </a:r>
            <a:r>
              <a:rPr lang="en-US" dirty="0" smtClean="0"/>
              <a:t> yang </a:t>
            </a:r>
            <a:r>
              <a:rPr lang="en-US" dirty="0" err="1" smtClean="0"/>
              <a:t>lalu</a:t>
            </a:r>
            <a:r>
              <a:rPr lang="en-US" dirty="0" smtClean="0"/>
              <a:t>.</a:t>
            </a:r>
          </a:p>
          <a:p>
            <a:endParaRPr lang="sv-SE" dirty="0"/>
          </a:p>
          <a:p>
            <a:pPr marL="0" indent="0" algn="ctr">
              <a:buNone/>
            </a:pPr>
            <a:r>
              <a:rPr lang="sv-SE" dirty="0"/>
              <a:t>imyhacker </a:t>
            </a:r>
            <a:r>
              <a:rPr lang="sv-SE" dirty="0" smtClean="0"/>
              <a:t>Arikun1337</a:t>
            </a:r>
          </a:p>
          <a:p>
            <a:pPr marL="0" indent="0" algn="ctr">
              <a:buNone/>
            </a:pPr>
            <a:r>
              <a:rPr lang="sv-SE" dirty="0">
                <a:hlinkClick r:id="rId3"/>
              </a:rPr>
              <a:t>https://</a:t>
            </a:r>
            <a:r>
              <a:rPr lang="sv-SE" dirty="0" smtClean="0">
                <a:hlinkClick r:id="rId3"/>
              </a:rPr>
              <a:t>github.com/imyhacker</a:t>
            </a:r>
            <a:r>
              <a:rPr lang="sv-SE" dirty="0" smtClean="0"/>
              <a:t> </a:t>
            </a:r>
          </a:p>
          <a:p>
            <a:pPr marL="0" indent="0" algn="ctr">
              <a:buNone/>
            </a:pPr>
            <a:endParaRPr lang="sv-SE" dirty="0"/>
          </a:p>
          <a:p>
            <a:pPr marL="0" indent="0" algn="ctr">
              <a:buNone/>
            </a:pPr>
            <a:r>
              <a:rPr lang="sv-SE" dirty="0" smtClean="0"/>
              <a:t>lutfianam </a:t>
            </a:r>
            <a:r>
              <a:rPr lang="sv-SE" dirty="0"/>
              <a:t>Lutfi </a:t>
            </a:r>
            <a:r>
              <a:rPr lang="sv-SE" dirty="0" smtClean="0"/>
              <a:t>Anam</a:t>
            </a:r>
          </a:p>
          <a:p>
            <a:pPr marL="0" indent="0" algn="ctr">
              <a:buNone/>
            </a:pPr>
            <a:r>
              <a:rPr lang="sv-SE" dirty="0">
                <a:hlinkClick r:id="rId4"/>
              </a:rPr>
              <a:t>https://</a:t>
            </a:r>
            <a:r>
              <a:rPr lang="sv-SE" dirty="0" smtClean="0">
                <a:hlinkClick r:id="rId4"/>
              </a:rPr>
              <a:t>github.com/lutfianam</a:t>
            </a:r>
            <a:r>
              <a:rPr lang="sv-SE" dirty="0" smtClean="0"/>
              <a:t> </a:t>
            </a:r>
          </a:p>
          <a:p>
            <a:pPr marL="0" indent="0" algn="ctr">
              <a:buNone/>
            </a:pPr>
            <a:endParaRPr lang="sv-SE" dirty="0"/>
          </a:p>
          <a:p>
            <a:pPr marL="0" indent="0" algn="ctr">
              <a:buNone/>
            </a:pPr>
            <a:r>
              <a:rPr lang="sv-SE" dirty="0" smtClean="0"/>
              <a:t>sudo-anas </a:t>
            </a:r>
            <a:r>
              <a:rPr lang="sv-SE" dirty="0"/>
              <a:t>Azwar </a:t>
            </a:r>
            <a:r>
              <a:rPr lang="sv-SE" dirty="0" smtClean="0"/>
              <a:t>Anas</a:t>
            </a:r>
          </a:p>
          <a:p>
            <a:pPr marL="0" indent="0" algn="ctr">
              <a:buNone/>
            </a:pP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github.com/sudo-anas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1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884</Words>
  <Application>Microsoft Office PowerPoint</Application>
  <PresentationFormat>On-screen Show (4:3)</PresentationFormat>
  <Paragraphs>118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Webinar : Eksploitasi kerentanan pada suatu plugin di Wordpress 6.7.2 (terbaru) yang berjalan di FreeBSD 14.2 (Terbaru) menggunakan Kali Linux 2024.4 (Terbaru)</vt:lpstr>
      <vt:lpstr>FreeBSD</vt:lpstr>
      <vt:lpstr>Download FreeBSD</vt:lpstr>
      <vt:lpstr>Menjadikan user biasa menjadi admin</vt:lpstr>
      <vt:lpstr>Setting ip address</vt:lpstr>
      <vt:lpstr>Instalasi</vt:lpstr>
      <vt:lpstr>Instalasi</vt:lpstr>
      <vt:lpstr>Exploit</vt:lpstr>
      <vt:lpstr>Jenis-Jenis Exploit</vt:lpstr>
      <vt:lpstr>Wordpress</vt:lpstr>
      <vt:lpstr>PHP Shell</vt:lpstr>
      <vt:lpstr>Arbitrary File Upload Bug</vt:lpstr>
      <vt:lpstr>Dampak dari Arbitrary File Upload</vt:lpstr>
      <vt:lpstr>PHP Shell X-code untuk target FreeBSD</vt:lpstr>
      <vt:lpstr>PHP Shell X-code</vt:lpstr>
      <vt:lpstr>Open Source Project X-code PHP Shell – https://xcode.co.id 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Belajar FreeBSD untuk Membangun Web Server (Untuk Pemula)</dc:title>
  <dc:creator>ismail - [2010]</dc:creator>
  <cp:lastModifiedBy>ismail - [2010]</cp:lastModifiedBy>
  <cp:revision>77</cp:revision>
  <dcterms:created xsi:type="dcterms:W3CDTF">2025-03-03T11:46:09Z</dcterms:created>
  <dcterms:modified xsi:type="dcterms:W3CDTF">2025-03-04T06:04:08Z</dcterms:modified>
</cp:coreProperties>
</file>